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4"/>
  </p:sldMasterIdLst>
  <p:notesMasterIdLst>
    <p:notesMasterId r:id="rId89"/>
  </p:notesMasterIdLst>
  <p:sldIdLst>
    <p:sldId id="290" r:id="rId5"/>
    <p:sldId id="387" r:id="rId6"/>
    <p:sldId id="291" r:id="rId7"/>
    <p:sldId id="368" r:id="rId8"/>
    <p:sldId id="369" r:id="rId9"/>
    <p:sldId id="371" r:id="rId10"/>
    <p:sldId id="372" r:id="rId11"/>
    <p:sldId id="293" r:id="rId12"/>
    <p:sldId id="294" r:id="rId13"/>
    <p:sldId id="295" r:id="rId14"/>
    <p:sldId id="296" r:id="rId15"/>
    <p:sldId id="297" r:id="rId16"/>
    <p:sldId id="298" r:id="rId17"/>
    <p:sldId id="299" r:id="rId18"/>
    <p:sldId id="300" r:id="rId19"/>
    <p:sldId id="330" r:id="rId20"/>
    <p:sldId id="301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23" r:id="rId42"/>
    <p:sldId id="324" r:id="rId43"/>
    <p:sldId id="329" r:id="rId44"/>
    <p:sldId id="326" r:id="rId45"/>
    <p:sldId id="376" r:id="rId46"/>
    <p:sldId id="377" r:id="rId47"/>
    <p:sldId id="379" r:id="rId48"/>
    <p:sldId id="380" r:id="rId49"/>
    <p:sldId id="365" r:id="rId50"/>
    <p:sldId id="386" r:id="rId51"/>
    <p:sldId id="388" r:id="rId52"/>
    <p:sldId id="334" r:id="rId53"/>
    <p:sldId id="335" r:id="rId54"/>
    <p:sldId id="336" r:id="rId55"/>
    <p:sldId id="337" r:id="rId56"/>
    <p:sldId id="338" r:id="rId57"/>
    <p:sldId id="339" r:id="rId58"/>
    <p:sldId id="340" r:id="rId59"/>
    <p:sldId id="341" r:id="rId60"/>
    <p:sldId id="342" r:id="rId61"/>
    <p:sldId id="344" r:id="rId62"/>
    <p:sldId id="345" r:id="rId63"/>
    <p:sldId id="383" r:id="rId64"/>
    <p:sldId id="343" r:id="rId65"/>
    <p:sldId id="384" r:id="rId66"/>
    <p:sldId id="346" r:id="rId67"/>
    <p:sldId id="348" r:id="rId68"/>
    <p:sldId id="349" r:id="rId69"/>
    <p:sldId id="350" r:id="rId70"/>
    <p:sldId id="351" r:id="rId71"/>
    <p:sldId id="352" r:id="rId72"/>
    <p:sldId id="353" r:id="rId73"/>
    <p:sldId id="354" r:id="rId74"/>
    <p:sldId id="355" r:id="rId75"/>
    <p:sldId id="356" r:id="rId76"/>
    <p:sldId id="357" r:id="rId77"/>
    <p:sldId id="358" r:id="rId78"/>
    <p:sldId id="359" r:id="rId79"/>
    <p:sldId id="360" r:id="rId80"/>
    <p:sldId id="361" r:id="rId81"/>
    <p:sldId id="362" r:id="rId82"/>
    <p:sldId id="363" r:id="rId83"/>
    <p:sldId id="364" r:id="rId84"/>
    <p:sldId id="385" r:id="rId85"/>
    <p:sldId id="347" r:id="rId86"/>
    <p:sldId id="366" r:id="rId87"/>
    <p:sldId id="367" r:id="rId88"/>
  </p:sldIdLst>
  <p:sldSz cx="9144000" cy="6858000" type="screen4x3"/>
  <p:notesSz cx="6858000" cy="9144000"/>
  <p:custDataLst>
    <p:tags r:id="rId90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3059"/>
  </p:normalViewPr>
  <p:slideViewPr>
    <p:cSldViewPr>
      <p:cViewPr varScale="1">
        <p:scale>
          <a:sx n="99" d="100"/>
          <a:sy n="99" d="100"/>
        </p:scale>
        <p:origin x="18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tags" Target="tags/tag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diagrams/_rels/data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diagrams/_rels/drawing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image" Target="../media/image24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49F3DD-5624-4E2A-B589-D9A14B62D87E}" type="doc">
      <dgm:prSet loTypeId="urn:microsoft.com/office/officeart/2005/8/layout/default#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8589F3-9873-472A-AD70-1DC82DC2A163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word length</a:t>
          </a:r>
        </a:p>
      </dgm:t>
    </dgm:pt>
    <dgm:pt modelId="{27D54A24-0C6D-43C5-BEEA-87D691F86417}" type="parTrans" cxnId="{52C171F6-3A10-4EC0-9480-6C2C344A9C77}">
      <dgm:prSet/>
      <dgm:spPr/>
      <dgm:t>
        <a:bodyPr/>
        <a:lstStyle/>
        <a:p>
          <a:endParaRPr lang="en-US"/>
        </a:p>
      </dgm:t>
    </dgm:pt>
    <dgm:pt modelId="{8539D305-7576-4F5C-9E3D-2BE08EEBCACC}" type="sibTrans" cxnId="{52C171F6-3A10-4EC0-9480-6C2C344A9C77}">
      <dgm:prSet/>
      <dgm:spPr/>
      <dgm:t>
        <a:bodyPr/>
        <a:lstStyle/>
        <a:p>
          <a:endParaRPr lang="en-US"/>
        </a:p>
      </dgm:t>
    </dgm:pt>
    <dgm:pt modelId="{5779F798-E9A9-4770-9BB2-F3A022C307BF}">
      <dgm:prSet phldrT="[Text]"/>
      <dgm:spPr>
        <a:solidFill>
          <a:schemeClr val="accent6">
            <a:lumMod val="75000"/>
          </a:schemeClr>
        </a:solidFill>
      </dgm:spPr>
      <dgm:t>
        <a:bodyPr/>
        <a:lstStyle/>
        <a:p>
          <a:r>
            <a:rPr lang="en-US" dirty="0">
              <a:solidFill>
                <a:schemeClr val="bg1"/>
              </a:solidFill>
            </a:rPr>
            <a:t>word commonality</a:t>
          </a:r>
        </a:p>
      </dgm:t>
    </dgm:pt>
    <dgm:pt modelId="{FF107C3D-56EF-494B-A8F3-A1476AC13199}" type="parTrans" cxnId="{7E2FDEBE-2FE4-4D9A-A893-193A496B406D}">
      <dgm:prSet/>
      <dgm:spPr/>
      <dgm:t>
        <a:bodyPr/>
        <a:lstStyle/>
        <a:p>
          <a:endParaRPr lang="en-US"/>
        </a:p>
      </dgm:t>
    </dgm:pt>
    <dgm:pt modelId="{7EAED9EA-5A1B-481F-B4A8-D74D5842C5F5}" type="sibTrans" cxnId="{7E2FDEBE-2FE4-4D9A-A893-193A496B406D}">
      <dgm:prSet/>
      <dgm:spPr/>
      <dgm:t>
        <a:bodyPr/>
        <a:lstStyle/>
        <a:p>
          <a:endParaRPr lang="en-US"/>
        </a:p>
      </dgm:t>
    </dgm:pt>
    <dgm:pt modelId="{24E842BE-4EB5-4589-9549-CC363BEE9CAC}">
      <dgm:prSet phldrT="[Text]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sentence length</a:t>
          </a:r>
        </a:p>
      </dgm:t>
    </dgm:pt>
    <dgm:pt modelId="{7A94B56B-ED47-45EF-848E-6251791659E5}" type="parTrans" cxnId="{60E79209-9B2A-44CD-803F-59DD812428C9}">
      <dgm:prSet/>
      <dgm:spPr/>
      <dgm:t>
        <a:bodyPr/>
        <a:lstStyle/>
        <a:p>
          <a:endParaRPr lang="en-US"/>
        </a:p>
      </dgm:t>
    </dgm:pt>
    <dgm:pt modelId="{A2E245A4-522A-42FF-A70D-F0666DEE3998}" type="sibTrans" cxnId="{60E79209-9B2A-44CD-803F-59DD812428C9}">
      <dgm:prSet/>
      <dgm:spPr/>
      <dgm:t>
        <a:bodyPr/>
        <a:lstStyle/>
        <a:p>
          <a:endParaRPr lang="en-US"/>
        </a:p>
      </dgm:t>
    </dgm:pt>
    <dgm:pt modelId="{8FD87DB0-6759-403E-A661-55F0D295C3E8}">
      <dgm:prSet phldrT="[Text]"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number of syllables in a sentence</a:t>
          </a:r>
        </a:p>
      </dgm:t>
    </dgm:pt>
    <dgm:pt modelId="{919EE875-7C5C-4BA7-A3D8-8BD4AF5D11FC}" type="parTrans" cxnId="{654AF7C4-364F-4760-A832-CB60D78BEA65}">
      <dgm:prSet/>
      <dgm:spPr/>
      <dgm:t>
        <a:bodyPr/>
        <a:lstStyle/>
        <a:p>
          <a:endParaRPr lang="en-US"/>
        </a:p>
      </dgm:t>
    </dgm:pt>
    <dgm:pt modelId="{CDB1C161-0BF2-409B-A03E-B91A30D140E0}" type="sibTrans" cxnId="{654AF7C4-364F-4760-A832-CB60D78BEA65}">
      <dgm:prSet/>
      <dgm:spPr/>
      <dgm:t>
        <a:bodyPr/>
        <a:lstStyle/>
        <a:p>
          <a:endParaRPr lang="en-US"/>
        </a:p>
      </dgm:t>
    </dgm:pt>
    <dgm:pt modelId="{187B3DF3-638D-43BB-BFA3-288DA3B1A52D}">
      <dgm:prSet phldrT="[Text]"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dirty="0"/>
            <a:t>Information organization, layout and formatting</a:t>
          </a:r>
        </a:p>
      </dgm:t>
    </dgm:pt>
    <dgm:pt modelId="{25D05195-27FF-410F-8025-41D78AD5A0A4}" type="parTrans" cxnId="{6D00156F-325C-408C-8E77-73047D39EDC3}">
      <dgm:prSet/>
      <dgm:spPr/>
      <dgm:t>
        <a:bodyPr/>
        <a:lstStyle/>
        <a:p>
          <a:endParaRPr lang="en-US"/>
        </a:p>
      </dgm:t>
    </dgm:pt>
    <dgm:pt modelId="{339E836C-80F9-4847-874A-09ACB619B48C}" type="sibTrans" cxnId="{6D00156F-325C-408C-8E77-73047D39EDC3}">
      <dgm:prSet/>
      <dgm:spPr/>
      <dgm:t>
        <a:bodyPr/>
        <a:lstStyle/>
        <a:p>
          <a:endParaRPr lang="en-US"/>
        </a:p>
      </dgm:t>
    </dgm:pt>
    <dgm:pt modelId="{A6840F00-B153-4644-A834-2E4BE78DAC0E}" type="pres">
      <dgm:prSet presAssocID="{0C49F3DD-5624-4E2A-B589-D9A14B62D87E}" presName="diagram" presStyleCnt="0">
        <dgm:presLayoutVars>
          <dgm:dir/>
          <dgm:resizeHandles val="exact"/>
        </dgm:presLayoutVars>
      </dgm:prSet>
      <dgm:spPr/>
    </dgm:pt>
    <dgm:pt modelId="{D646E9F7-66C7-4843-9BA7-DB838BE309AB}" type="pres">
      <dgm:prSet presAssocID="{CE8589F3-9873-472A-AD70-1DC82DC2A163}" presName="node" presStyleLbl="node1" presStyleIdx="0" presStyleCnt="5" custLinFactNeighborY="1183">
        <dgm:presLayoutVars>
          <dgm:bulletEnabled val="1"/>
        </dgm:presLayoutVars>
      </dgm:prSet>
      <dgm:spPr/>
    </dgm:pt>
    <dgm:pt modelId="{9AF111BC-E1E8-4FED-94E9-2976546B75DE}" type="pres">
      <dgm:prSet presAssocID="{8539D305-7576-4F5C-9E3D-2BE08EEBCACC}" presName="sibTrans" presStyleCnt="0"/>
      <dgm:spPr/>
    </dgm:pt>
    <dgm:pt modelId="{31740592-EF0F-465C-914C-BC8FEFA25046}" type="pres">
      <dgm:prSet presAssocID="{5779F798-E9A9-4770-9BB2-F3A022C307BF}" presName="node" presStyleLbl="node1" presStyleIdx="1" presStyleCnt="5" custLinFactNeighborX="-370" custLinFactNeighborY="1183">
        <dgm:presLayoutVars>
          <dgm:bulletEnabled val="1"/>
        </dgm:presLayoutVars>
      </dgm:prSet>
      <dgm:spPr/>
    </dgm:pt>
    <dgm:pt modelId="{4118D482-1EEB-427E-AE60-624DE3B059C2}" type="pres">
      <dgm:prSet presAssocID="{7EAED9EA-5A1B-481F-B4A8-D74D5842C5F5}" presName="sibTrans" presStyleCnt="0"/>
      <dgm:spPr/>
    </dgm:pt>
    <dgm:pt modelId="{44CB1F4C-BCD9-4657-B9B8-47120118D1B0}" type="pres">
      <dgm:prSet presAssocID="{24E842BE-4EB5-4589-9549-CC363BEE9CAC}" presName="node" presStyleLbl="node1" presStyleIdx="2" presStyleCnt="5" custLinFactNeighborX="-741" custLinFactNeighborY="1183">
        <dgm:presLayoutVars>
          <dgm:bulletEnabled val="1"/>
        </dgm:presLayoutVars>
      </dgm:prSet>
      <dgm:spPr/>
    </dgm:pt>
    <dgm:pt modelId="{C94652FC-EB0C-46EC-B817-F7D86AE11613}" type="pres">
      <dgm:prSet presAssocID="{A2E245A4-522A-42FF-A70D-F0666DEE3998}" presName="sibTrans" presStyleCnt="0"/>
      <dgm:spPr/>
    </dgm:pt>
    <dgm:pt modelId="{A4B08B74-B6D2-4CFC-97A1-6D493619E994}" type="pres">
      <dgm:prSet presAssocID="{8FD87DB0-6759-403E-A661-55F0D295C3E8}" presName="node" presStyleLbl="node1" presStyleIdx="3" presStyleCnt="5">
        <dgm:presLayoutVars>
          <dgm:bulletEnabled val="1"/>
        </dgm:presLayoutVars>
      </dgm:prSet>
      <dgm:spPr/>
    </dgm:pt>
    <dgm:pt modelId="{A10BA692-812A-478F-82CF-905ABAD50FCE}" type="pres">
      <dgm:prSet presAssocID="{CDB1C161-0BF2-409B-A03E-B91A30D140E0}" presName="sibTrans" presStyleCnt="0"/>
      <dgm:spPr/>
    </dgm:pt>
    <dgm:pt modelId="{E8F72701-A5BE-4941-842D-49DDB05139EA}" type="pres">
      <dgm:prSet presAssocID="{187B3DF3-638D-43BB-BFA3-288DA3B1A52D}" presName="node" presStyleLbl="node1" presStyleIdx="4" presStyleCnt="5">
        <dgm:presLayoutVars>
          <dgm:bulletEnabled val="1"/>
        </dgm:presLayoutVars>
      </dgm:prSet>
      <dgm:spPr/>
    </dgm:pt>
  </dgm:ptLst>
  <dgm:cxnLst>
    <dgm:cxn modelId="{60E79209-9B2A-44CD-803F-59DD812428C9}" srcId="{0C49F3DD-5624-4E2A-B589-D9A14B62D87E}" destId="{24E842BE-4EB5-4589-9549-CC363BEE9CAC}" srcOrd="2" destOrd="0" parTransId="{7A94B56B-ED47-45EF-848E-6251791659E5}" sibTransId="{A2E245A4-522A-42FF-A70D-F0666DEE3998}"/>
    <dgm:cxn modelId="{E66F772D-AE4E-421B-8FBD-4093113E874E}" type="presOf" srcId="{0C49F3DD-5624-4E2A-B589-D9A14B62D87E}" destId="{A6840F00-B153-4644-A834-2E4BE78DAC0E}" srcOrd="0" destOrd="0" presId="urn:microsoft.com/office/officeart/2005/8/layout/default#1"/>
    <dgm:cxn modelId="{6A30A54B-0432-41C4-9FB1-F7B1E5401D9E}" type="presOf" srcId="{5779F798-E9A9-4770-9BB2-F3A022C307BF}" destId="{31740592-EF0F-465C-914C-BC8FEFA25046}" srcOrd="0" destOrd="0" presId="urn:microsoft.com/office/officeart/2005/8/layout/default#1"/>
    <dgm:cxn modelId="{6D00156F-325C-408C-8E77-73047D39EDC3}" srcId="{0C49F3DD-5624-4E2A-B589-D9A14B62D87E}" destId="{187B3DF3-638D-43BB-BFA3-288DA3B1A52D}" srcOrd="4" destOrd="0" parTransId="{25D05195-27FF-410F-8025-41D78AD5A0A4}" sibTransId="{339E836C-80F9-4847-874A-09ACB619B48C}"/>
    <dgm:cxn modelId="{60C7CE59-24C6-496E-91E4-FFF8AD79F20D}" type="presOf" srcId="{8FD87DB0-6759-403E-A661-55F0D295C3E8}" destId="{A4B08B74-B6D2-4CFC-97A1-6D493619E994}" srcOrd="0" destOrd="0" presId="urn:microsoft.com/office/officeart/2005/8/layout/default#1"/>
    <dgm:cxn modelId="{17A79492-3234-4A9F-B68D-0F6A0F73066C}" type="presOf" srcId="{CE8589F3-9873-472A-AD70-1DC82DC2A163}" destId="{D646E9F7-66C7-4843-9BA7-DB838BE309AB}" srcOrd="0" destOrd="0" presId="urn:microsoft.com/office/officeart/2005/8/layout/default#1"/>
    <dgm:cxn modelId="{DB9D249E-17D5-4089-9953-354B4DE627F3}" type="presOf" srcId="{187B3DF3-638D-43BB-BFA3-288DA3B1A52D}" destId="{E8F72701-A5BE-4941-842D-49DDB05139EA}" srcOrd="0" destOrd="0" presId="urn:microsoft.com/office/officeart/2005/8/layout/default#1"/>
    <dgm:cxn modelId="{7E2FDEBE-2FE4-4D9A-A893-193A496B406D}" srcId="{0C49F3DD-5624-4E2A-B589-D9A14B62D87E}" destId="{5779F798-E9A9-4770-9BB2-F3A022C307BF}" srcOrd="1" destOrd="0" parTransId="{FF107C3D-56EF-494B-A8F3-A1476AC13199}" sibTransId="{7EAED9EA-5A1B-481F-B4A8-D74D5842C5F5}"/>
    <dgm:cxn modelId="{654AF7C4-364F-4760-A832-CB60D78BEA65}" srcId="{0C49F3DD-5624-4E2A-B589-D9A14B62D87E}" destId="{8FD87DB0-6759-403E-A661-55F0D295C3E8}" srcOrd="3" destOrd="0" parTransId="{919EE875-7C5C-4BA7-A3D8-8BD4AF5D11FC}" sibTransId="{CDB1C161-0BF2-409B-A03E-B91A30D140E0}"/>
    <dgm:cxn modelId="{57686DE8-FA98-464E-9BAE-EE5317F587C1}" type="presOf" srcId="{24E842BE-4EB5-4589-9549-CC363BEE9CAC}" destId="{44CB1F4C-BCD9-4657-B9B8-47120118D1B0}" srcOrd="0" destOrd="0" presId="urn:microsoft.com/office/officeart/2005/8/layout/default#1"/>
    <dgm:cxn modelId="{52C171F6-3A10-4EC0-9480-6C2C344A9C77}" srcId="{0C49F3DD-5624-4E2A-B589-D9A14B62D87E}" destId="{CE8589F3-9873-472A-AD70-1DC82DC2A163}" srcOrd="0" destOrd="0" parTransId="{27D54A24-0C6D-43C5-BEEA-87D691F86417}" sibTransId="{8539D305-7576-4F5C-9E3D-2BE08EEBCACC}"/>
    <dgm:cxn modelId="{A0588B3E-E966-47D7-9B95-B0E2D9204459}" type="presParOf" srcId="{A6840F00-B153-4644-A834-2E4BE78DAC0E}" destId="{D646E9F7-66C7-4843-9BA7-DB838BE309AB}" srcOrd="0" destOrd="0" presId="urn:microsoft.com/office/officeart/2005/8/layout/default#1"/>
    <dgm:cxn modelId="{8F2FDFC5-DDF8-4748-B07D-A997DA34B5E5}" type="presParOf" srcId="{A6840F00-B153-4644-A834-2E4BE78DAC0E}" destId="{9AF111BC-E1E8-4FED-94E9-2976546B75DE}" srcOrd="1" destOrd="0" presId="urn:microsoft.com/office/officeart/2005/8/layout/default#1"/>
    <dgm:cxn modelId="{3275DD19-DCA5-4062-B9AE-CA3066B06FC6}" type="presParOf" srcId="{A6840F00-B153-4644-A834-2E4BE78DAC0E}" destId="{31740592-EF0F-465C-914C-BC8FEFA25046}" srcOrd="2" destOrd="0" presId="urn:microsoft.com/office/officeart/2005/8/layout/default#1"/>
    <dgm:cxn modelId="{A9A009D2-89D0-4BC8-A9DE-0A769B499780}" type="presParOf" srcId="{A6840F00-B153-4644-A834-2E4BE78DAC0E}" destId="{4118D482-1EEB-427E-AE60-624DE3B059C2}" srcOrd="3" destOrd="0" presId="urn:microsoft.com/office/officeart/2005/8/layout/default#1"/>
    <dgm:cxn modelId="{952093C5-6F83-47BD-AA3F-5342B1DFBB6E}" type="presParOf" srcId="{A6840F00-B153-4644-A834-2E4BE78DAC0E}" destId="{44CB1F4C-BCD9-4657-B9B8-47120118D1B0}" srcOrd="4" destOrd="0" presId="urn:microsoft.com/office/officeart/2005/8/layout/default#1"/>
    <dgm:cxn modelId="{5F5049DA-8709-47B6-ABE1-382458336B1D}" type="presParOf" srcId="{A6840F00-B153-4644-A834-2E4BE78DAC0E}" destId="{C94652FC-EB0C-46EC-B817-F7D86AE11613}" srcOrd="5" destOrd="0" presId="urn:microsoft.com/office/officeart/2005/8/layout/default#1"/>
    <dgm:cxn modelId="{67A274CF-4043-4E51-82FC-2E8FD21C8648}" type="presParOf" srcId="{A6840F00-B153-4644-A834-2E4BE78DAC0E}" destId="{A4B08B74-B6D2-4CFC-97A1-6D493619E994}" srcOrd="6" destOrd="0" presId="urn:microsoft.com/office/officeart/2005/8/layout/default#1"/>
    <dgm:cxn modelId="{87C370C9-0B2C-40E9-B246-90D75DC79976}" type="presParOf" srcId="{A6840F00-B153-4644-A834-2E4BE78DAC0E}" destId="{A10BA692-812A-478F-82CF-905ABAD50FCE}" srcOrd="7" destOrd="0" presId="urn:microsoft.com/office/officeart/2005/8/layout/default#1"/>
    <dgm:cxn modelId="{84AEF301-01B8-4297-B418-392430BE2CF9}" type="presParOf" srcId="{A6840F00-B153-4644-A834-2E4BE78DAC0E}" destId="{E8F72701-A5BE-4941-842D-49DDB05139EA}" srcOrd="8" destOrd="0" presId="urn:microsoft.com/office/officeart/2005/8/layout/default#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1DC57DB-6E2B-4F18-AE7F-DA4B1A222D3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96CC1C-8316-4FFE-B1BE-FF06BE130E6B}">
      <dgm:prSet phldrT="[Text]" custT="1"/>
      <dgm:spPr>
        <a:solidFill>
          <a:schemeClr val="accent6">
            <a:lumMod val="20000"/>
            <a:lumOff val="80000"/>
          </a:schemeClr>
        </a:solidFill>
      </dgm:spPr>
      <dgm:t>
        <a:bodyPr/>
        <a:lstStyle/>
        <a:p>
          <a:r>
            <a:rPr lang="en-US" sz="3000" dirty="0">
              <a:solidFill>
                <a:schemeClr val="tx1"/>
              </a:solidFill>
            </a:rPr>
            <a:t>Write at a </a:t>
          </a:r>
          <a:r>
            <a:rPr lang="en-US" sz="3000" b="1" dirty="0">
              <a:solidFill>
                <a:schemeClr val="tx1"/>
              </a:solidFill>
            </a:rPr>
            <a:t>readability</a:t>
          </a:r>
          <a:r>
            <a:rPr lang="en-US" sz="3000" dirty="0">
              <a:solidFill>
                <a:schemeClr val="tx1"/>
              </a:solidFill>
            </a:rPr>
            <a:t> level below the reading skill level of the intended audience</a:t>
          </a:r>
          <a:r>
            <a:rPr lang="en-US" sz="3000" dirty="0"/>
            <a:t>.</a:t>
          </a:r>
        </a:p>
      </dgm:t>
    </dgm:pt>
    <dgm:pt modelId="{C1422D0A-FCEF-491D-B90E-8DE88AC0168A}" type="parTrans" cxnId="{7AE1AAA8-C527-4EF3-A36E-AAD7556F25CA}">
      <dgm:prSet/>
      <dgm:spPr/>
      <dgm:t>
        <a:bodyPr/>
        <a:lstStyle/>
        <a:p>
          <a:endParaRPr lang="en-US"/>
        </a:p>
      </dgm:t>
    </dgm:pt>
    <dgm:pt modelId="{9538BDCA-8A64-4AE3-8FD4-1395BF1E3954}" type="sibTrans" cxnId="{7AE1AAA8-C527-4EF3-A36E-AAD7556F25CA}">
      <dgm:prSet/>
      <dgm:spPr/>
      <dgm:t>
        <a:bodyPr/>
        <a:lstStyle/>
        <a:p>
          <a:endParaRPr lang="en-US"/>
        </a:p>
      </dgm:t>
    </dgm:pt>
    <dgm:pt modelId="{245A84AD-1DA6-4C54-BF0D-BE68739C8004}">
      <dgm:prSet phldrT="[Text]" custT="1"/>
      <dgm:spPr>
        <a:solidFill>
          <a:schemeClr val="accent2">
            <a:lumMod val="20000"/>
            <a:lumOff val="80000"/>
          </a:schemeClr>
        </a:solidFill>
      </dgm:spPr>
      <dgm:t>
        <a:bodyPr/>
        <a:lstStyle/>
        <a:p>
          <a:r>
            <a:rPr lang="en-US" sz="3000" dirty="0">
              <a:solidFill>
                <a:schemeClr val="tx1"/>
              </a:solidFill>
            </a:rPr>
            <a:t>Apply all the other principles for clear writing and text presentation</a:t>
          </a:r>
        </a:p>
      </dgm:t>
    </dgm:pt>
    <dgm:pt modelId="{3EC9862A-FF57-4B0E-A956-C1C00D2C0CC1}" type="parTrans" cxnId="{93746911-5D98-49B2-A7C8-76B0FDB6918F}">
      <dgm:prSet/>
      <dgm:spPr/>
      <dgm:t>
        <a:bodyPr/>
        <a:lstStyle/>
        <a:p>
          <a:endParaRPr lang="en-US"/>
        </a:p>
      </dgm:t>
    </dgm:pt>
    <dgm:pt modelId="{2FA0F5EF-5D87-4DBE-97EE-DB9C22A8B096}" type="sibTrans" cxnId="{93746911-5D98-49B2-A7C8-76B0FDB6918F}">
      <dgm:prSet/>
      <dgm:spPr/>
      <dgm:t>
        <a:bodyPr/>
        <a:lstStyle/>
        <a:p>
          <a:endParaRPr lang="en-US"/>
        </a:p>
      </dgm:t>
    </dgm:pt>
    <dgm:pt modelId="{5D108098-081A-45C8-907B-ED02FDE435BE}" type="pres">
      <dgm:prSet presAssocID="{41DC57DB-6E2B-4F18-AE7F-DA4B1A222D37}" presName="linear" presStyleCnt="0">
        <dgm:presLayoutVars>
          <dgm:animLvl val="lvl"/>
          <dgm:resizeHandles val="exact"/>
        </dgm:presLayoutVars>
      </dgm:prSet>
      <dgm:spPr/>
    </dgm:pt>
    <dgm:pt modelId="{5F1A3D4E-4240-494A-AA5D-D14B8B77549A}" type="pres">
      <dgm:prSet presAssocID="{7A96CC1C-8316-4FFE-B1BE-FF06BE130E6B}" presName="parentText" presStyleLbl="node1" presStyleIdx="0" presStyleCnt="2" custLinFactNeighborY="-690">
        <dgm:presLayoutVars>
          <dgm:chMax val="0"/>
          <dgm:bulletEnabled val="1"/>
        </dgm:presLayoutVars>
      </dgm:prSet>
      <dgm:spPr/>
    </dgm:pt>
    <dgm:pt modelId="{98D654AE-6900-404D-8324-A93DF7C822F7}" type="pres">
      <dgm:prSet presAssocID="{9538BDCA-8A64-4AE3-8FD4-1395BF1E3954}" presName="spacer" presStyleCnt="0"/>
      <dgm:spPr/>
    </dgm:pt>
    <dgm:pt modelId="{D2FF1BBD-31E2-450D-A1A3-42F024A56294}" type="pres">
      <dgm:prSet presAssocID="{245A84AD-1DA6-4C54-BF0D-BE68739C8004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1E518F01-C6B0-498D-B6CC-B189FF68A2AF}" type="presOf" srcId="{7A96CC1C-8316-4FFE-B1BE-FF06BE130E6B}" destId="{5F1A3D4E-4240-494A-AA5D-D14B8B77549A}" srcOrd="0" destOrd="0" presId="urn:microsoft.com/office/officeart/2005/8/layout/vList2"/>
    <dgm:cxn modelId="{93746911-5D98-49B2-A7C8-76B0FDB6918F}" srcId="{41DC57DB-6E2B-4F18-AE7F-DA4B1A222D37}" destId="{245A84AD-1DA6-4C54-BF0D-BE68739C8004}" srcOrd="1" destOrd="0" parTransId="{3EC9862A-FF57-4B0E-A956-C1C00D2C0CC1}" sibTransId="{2FA0F5EF-5D87-4DBE-97EE-DB9C22A8B096}"/>
    <dgm:cxn modelId="{7AE1AAA8-C527-4EF3-A36E-AAD7556F25CA}" srcId="{41DC57DB-6E2B-4F18-AE7F-DA4B1A222D37}" destId="{7A96CC1C-8316-4FFE-B1BE-FF06BE130E6B}" srcOrd="0" destOrd="0" parTransId="{C1422D0A-FCEF-491D-B90E-8DE88AC0168A}" sibTransId="{9538BDCA-8A64-4AE3-8FD4-1395BF1E3954}"/>
    <dgm:cxn modelId="{3499D1E1-A559-44BA-9E0B-764A1657EC3E}" type="presOf" srcId="{41DC57DB-6E2B-4F18-AE7F-DA4B1A222D37}" destId="{5D108098-081A-45C8-907B-ED02FDE435BE}" srcOrd="0" destOrd="0" presId="urn:microsoft.com/office/officeart/2005/8/layout/vList2"/>
    <dgm:cxn modelId="{AAE471FE-9D0D-4594-A253-9805E1482556}" type="presOf" srcId="{245A84AD-1DA6-4C54-BF0D-BE68739C8004}" destId="{D2FF1BBD-31E2-450D-A1A3-42F024A56294}" srcOrd="0" destOrd="0" presId="urn:microsoft.com/office/officeart/2005/8/layout/vList2"/>
    <dgm:cxn modelId="{AA96A8B6-1D26-4AF2-A1DE-58D1342C992D}" type="presParOf" srcId="{5D108098-081A-45C8-907B-ED02FDE435BE}" destId="{5F1A3D4E-4240-494A-AA5D-D14B8B77549A}" srcOrd="0" destOrd="0" presId="urn:microsoft.com/office/officeart/2005/8/layout/vList2"/>
    <dgm:cxn modelId="{5E788298-482B-4334-BE15-60EF914E8B78}" type="presParOf" srcId="{5D108098-081A-45C8-907B-ED02FDE435BE}" destId="{98D654AE-6900-404D-8324-A93DF7C822F7}" srcOrd="1" destOrd="0" presId="urn:microsoft.com/office/officeart/2005/8/layout/vList2"/>
    <dgm:cxn modelId="{D1ADF6A5-6B67-450E-A582-D1A60F14DE27}" type="presParOf" srcId="{5D108098-081A-45C8-907B-ED02FDE435BE}" destId="{D2FF1BBD-31E2-450D-A1A3-42F024A5629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FFEF4EF-01FD-4B93-AC09-CB5EC60D333F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6A9CDAF-93EF-4BA3-8097-591CBE91F3DA}">
      <dgm:prSet phldrT="[Text]" custT="1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sz="2800" dirty="0"/>
            <a:t>Do not use</a:t>
          </a:r>
        </a:p>
      </dgm:t>
    </dgm:pt>
    <dgm:pt modelId="{4FC8992A-E130-420D-A660-7B35AC87E08C}" type="parTrans" cxnId="{18E97B02-BF25-4AD6-AB57-8432F7DB1109}">
      <dgm:prSet/>
      <dgm:spPr/>
      <dgm:t>
        <a:bodyPr/>
        <a:lstStyle/>
        <a:p>
          <a:endParaRPr lang="en-US"/>
        </a:p>
      </dgm:t>
    </dgm:pt>
    <dgm:pt modelId="{A976F912-03EA-49CB-AE11-BE2F85DE4D57}" type="sibTrans" cxnId="{18E97B02-BF25-4AD6-AB57-8432F7DB1109}">
      <dgm:prSet/>
      <dgm:spPr/>
      <dgm:t>
        <a:bodyPr/>
        <a:lstStyle/>
        <a:p>
          <a:endParaRPr lang="en-US"/>
        </a:p>
      </dgm:t>
    </dgm:pt>
    <dgm:pt modelId="{F53F649E-169A-4C49-994A-AF30DFBA88A5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400" dirty="0"/>
            <a:t>Jargon, words, or terms</a:t>
          </a:r>
        </a:p>
      </dgm:t>
    </dgm:pt>
    <dgm:pt modelId="{116C5A18-570D-440C-A6A1-C578E58250C1}" type="parTrans" cxnId="{9DCA9535-21FE-4A83-BE1B-9D72825E5A1A}">
      <dgm:prSet/>
      <dgm:spPr/>
      <dgm:t>
        <a:bodyPr/>
        <a:lstStyle/>
        <a:p>
          <a:endParaRPr lang="en-US"/>
        </a:p>
      </dgm:t>
    </dgm:pt>
    <dgm:pt modelId="{76A348DE-C0B6-44B0-889A-F136BFED1A11}" type="sibTrans" cxnId="{9DCA9535-21FE-4A83-BE1B-9D72825E5A1A}">
      <dgm:prSet/>
      <dgm:spPr/>
      <dgm:t>
        <a:bodyPr/>
        <a:lstStyle/>
        <a:p>
          <a:endParaRPr lang="en-US"/>
        </a:p>
      </dgm:t>
    </dgm:pt>
    <dgm:pt modelId="{B8F90F71-3AD3-4836-938F-1E0396259AA9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400" dirty="0"/>
            <a:t>Abbreviations or acronyms</a:t>
          </a:r>
        </a:p>
      </dgm:t>
    </dgm:pt>
    <dgm:pt modelId="{006D5296-B04B-43E4-87C0-53B424BB22CB}" type="parTrans" cxnId="{D3F0157D-CF08-4F0B-BEF6-4739D35A3DD0}">
      <dgm:prSet/>
      <dgm:spPr/>
      <dgm:t>
        <a:bodyPr/>
        <a:lstStyle/>
        <a:p>
          <a:endParaRPr lang="en-US"/>
        </a:p>
      </dgm:t>
    </dgm:pt>
    <dgm:pt modelId="{D0091C6F-B69B-4ECC-965A-ED28842F716D}" type="sibTrans" cxnId="{D3F0157D-CF08-4F0B-BEF6-4739D35A3DD0}">
      <dgm:prSet/>
      <dgm:spPr/>
      <dgm:t>
        <a:bodyPr/>
        <a:lstStyle/>
        <a:p>
          <a:endParaRPr lang="en-US"/>
        </a:p>
      </dgm:t>
    </dgm:pt>
    <dgm:pt modelId="{E4F9FD71-5664-4988-AA02-A0DF0DE60FB5}">
      <dgm:prSet phldrT="[Text]" custT="1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sz="2800" dirty="0"/>
            <a:t>Use</a:t>
          </a:r>
        </a:p>
      </dgm:t>
    </dgm:pt>
    <dgm:pt modelId="{179B7FFE-E788-4C35-AA31-FA3B477D630A}" type="parTrans" cxnId="{6031B40C-1243-4A2C-B9DC-335D96372641}">
      <dgm:prSet/>
      <dgm:spPr/>
      <dgm:t>
        <a:bodyPr/>
        <a:lstStyle/>
        <a:p>
          <a:endParaRPr lang="en-US"/>
        </a:p>
      </dgm:t>
    </dgm:pt>
    <dgm:pt modelId="{4D754D96-24D3-406E-B919-EA28D2261D6E}" type="sibTrans" cxnId="{6031B40C-1243-4A2C-B9DC-335D96372641}">
      <dgm:prSet/>
      <dgm:spPr/>
      <dgm:t>
        <a:bodyPr/>
        <a:lstStyle/>
        <a:p>
          <a:endParaRPr lang="en-US"/>
        </a:p>
      </dgm:t>
    </dgm:pt>
    <dgm:pt modelId="{2D0BF918-9CA5-4E12-8542-35D9022ACEC8}">
      <dgm:prSet phldrT="[Text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Short, familiar words.</a:t>
          </a:r>
        </a:p>
      </dgm:t>
    </dgm:pt>
    <dgm:pt modelId="{99EA1351-DDE0-4891-B40D-09FCBA3BB04F}" type="parTrans" cxnId="{9A3FBC38-D1E2-44B7-A526-9385BC09E2B9}">
      <dgm:prSet/>
      <dgm:spPr/>
      <dgm:t>
        <a:bodyPr/>
        <a:lstStyle/>
        <a:p>
          <a:endParaRPr lang="en-US"/>
        </a:p>
      </dgm:t>
    </dgm:pt>
    <dgm:pt modelId="{6254F403-D6B6-460C-B31D-EA9B76A79ED2}" type="sibTrans" cxnId="{9A3FBC38-D1E2-44B7-A526-9385BC09E2B9}">
      <dgm:prSet/>
      <dgm:spPr/>
      <dgm:t>
        <a:bodyPr/>
        <a:lstStyle/>
        <a:p>
          <a:endParaRPr lang="en-US"/>
        </a:p>
      </dgm:t>
    </dgm:pt>
    <dgm:pt modelId="{F6A1A435-B3BA-4FD5-B82F-3DDDEA6FA3A3}">
      <dgm:prSet phldrT="[Text]" custT="1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sz="2800" dirty="0"/>
            <a:t>Do Not</a:t>
          </a:r>
        </a:p>
      </dgm:t>
    </dgm:pt>
    <dgm:pt modelId="{8F543173-6436-4EB9-BDAC-A9975FC52817}" type="parTrans" cxnId="{5DFC172C-030E-4E60-AED3-AF3B83ED39A0}">
      <dgm:prSet/>
      <dgm:spPr/>
      <dgm:t>
        <a:bodyPr/>
        <a:lstStyle/>
        <a:p>
          <a:endParaRPr lang="en-US"/>
        </a:p>
      </dgm:t>
    </dgm:pt>
    <dgm:pt modelId="{CE6FDB57-905E-4B0D-979D-ADAE975DF2F4}" type="sibTrans" cxnId="{5DFC172C-030E-4E60-AED3-AF3B83ED39A0}">
      <dgm:prSet/>
      <dgm:spPr/>
      <dgm:t>
        <a:bodyPr/>
        <a:lstStyle/>
        <a:p>
          <a:endParaRPr lang="en-US"/>
        </a:p>
      </dgm:t>
    </dgm:pt>
    <dgm:pt modelId="{A0BEF90B-444D-4D35-8422-C836CE60A9C3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Stack Words</a:t>
          </a:r>
        </a:p>
      </dgm:t>
    </dgm:pt>
    <dgm:pt modelId="{122FFFA1-74B2-4978-9314-70C2CD4E74E5}" type="parTrans" cxnId="{74E42CDF-8F5C-49A4-AB4E-D68B6A039A54}">
      <dgm:prSet/>
      <dgm:spPr/>
      <dgm:t>
        <a:bodyPr/>
        <a:lstStyle/>
        <a:p>
          <a:endParaRPr lang="en-US"/>
        </a:p>
      </dgm:t>
    </dgm:pt>
    <dgm:pt modelId="{CFD1C938-63F5-4318-93DC-A0F3AC0DA69E}" type="sibTrans" cxnId="{74E42CDF-8F5C-49A4-AB4E-D68B6A039A54}">
      <dgm:prSet/>
      <dgm:spPr/>
      <dgm:t>
        <a:bodyPr/>
        <a:lstStyle/>
        <a:p>
          <a:endParaRPr lang="en-US"/>
        </a:p>
      </dgm:t>
    </dgm:pt>
    <dgm:pt modelId="{F7B65820-4E5B-4715-A1A4-FD16250A8439}">
      <dgm:prSet phldrT="[Text]" custT="1"/>
      <dgm:spPr>
        <a:solidFill>
          <a:schemeClr val="accent6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Hyphenate words</a:t>
          </a:r>
        </a:p>
      </dgm:t>
    </dgm:pt>
    <dgm:pt modelId="{E292221B-4A36-4E36-ADCA-0FA53D6C1770}" type="parTrans" cxnId="{BA14EDDD-3449-4C72-87C3-156D6C73CE61}">
      <dgm:prSet/>
      <dgm:spPr/>
      <dgm:t>
        <a:bodyPr/>
        <a:lstStyle/>
        <a:p>
          <a:endParaRPr lang="en-US"/>
        </a:p>
      </dgm:t>
    </dgm:pt>
    <dgm:pt modelId="{09BD7F63-E9AE-486D-A1E6-4769A861270C}" type="sibTrans" cxnId="{BA14EDDD-3449-4C72-87C3-156D6C73CE61}">
      <dgm:prSet/>
      <dgm:spPr/>
      <dgm:t>
        <a:bodyPr/>
        <a:lstStyle/>
        <a:p>
          <a:endParaRPr lang="en-US"/>
        </a:p>
      </dgm:t>
    </dgm:pt>
    <dgm:pt modelId="{4AEAA420-EB43-46D6-8C93-51482CA59F85}">
      <dgm:prSet phldrT="[Text]" custT="1"/>
      <dgm:spPr>
        <a:solidFill>
          <a:schemeClr val="accent2">
            <a:lumMod val="20000"/>
            <a:lumOff val="80000"/>
            <a:alpha val="90000"/>
          </a:schemeClr>
        </a:solidFill>
      </dgm:spPr>
      <dgm:t>
        <a:bodyPr/>
        <a:lstStyle/>
        <a:p>
          <a:r>
            <a:rPr lang="en-US" sz="1400" dirty="0"/>
            <a:t>Word contractions, suffixes, and prefixes</a:t>
          </a:r>
        </a:p>
      </dgm:t>
    </dgm:pt>
    <dgm:pt modelId="{86BB6EA4-252A-445B-BFB4-58EF3C12AE34}" type="parTrans" cxnId="{19A748B1-74DE-4CE9-99B0-7DAA60505915}">
      <dgm:prSet/>
      <dgm:spPr/>
      <dgm:t>
        <a:bodyPr/>
        <a:lstStyle/>
        <a:p>
          <a:endParaRPr lang="en-US"/>
        </a:p>
      </dgm:t>
    </dgm:pt>
    <dgm:pt modelId="{D29817CA-24C0-4233-8DFE-5D9828256FFC}" type="sibTrans" cxnId="{19A748B1-74DE-4CE9-99B0-7DAA60505915}">
      <dgm:prSet/>
      <dgm:spPr/>
      <dgm:t>
        <a:bodyPr/>
        <a:lstStyle/>
        <a:p>
          <a:endParaRPr lang="en-US"/>
        </a:p>
      </dgm:t>
    </dgm:pt>
    <dgm:pt modelId="{551C80F2-71FB-478B-8925-EB152F05558B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Standard alphabetic characters.</a:t>
          </a:r>
        </a:p>
      </dgm:t>
    </dgm:pt>
    <dgm:pt modelId="{CA1243EB-0666-43D2-82C3-A1E4C1396880}" type="parTrans" cxnId="{EC5AB15C-23ED-4DCA-A9BC-AADE7EE9392F}">
      <dgm:prSet/>
      <dgm:spPr/>
      <dgm:t>
        <a:bodyPr/>
        <a:lstStyle/>
        <a:p>
          <a:endParaRPr lang="en-US"/>
        </a:p>
      </dgm:t>
    </dgm:pt>
    <dgm:pt modelId="{A710E22F-013F-464E-B92E-D7D9A806EAEC}" type="sibTrans" cxnId="{EC5AB15C-23ED-4DCA-A9BC-AADE7EE9392F}">
      <dgm:prSet/>
      <dgm:spPr/>
      <dgm:t>
        <a:bodyPr/>
        <a:lstStyle/>
        <a:p>
          <a:endParaRPr lang="en-US"/>
        </a:p>
      </dgm:t>
    </dgm:pt>
    <dgm:pt modelId="{CE6FD6B9-5A2F-4C28-87F0-140627DA9356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Complete words.</a:t>
          </a:r>
        </a:p>
      </dgm:t>
    </dgm:pt>
    <dgm:pt modelId="{87E5EACF-540A-461F-BE4E-7F19BC562787}" type="parTrans" cxnId="{028173BF-9674-4378-A44D-F42FC78A2410}">
      <dgm:prSet/>
      <dgm:spPr/>
      <dgm:t>
        <a:bodyPr/>
        <a:lstStyle/>
        <a:p>
          <a:endParaRPr lang="en-US"/>
        </a:p>
      </dgm:t>
    </dgm:pt>
    <dgm:pt modelId="{E2D93BED-2A15-472E-ABE3-F40CD36D188A}" type="sibTrans" cxnId="{028173BF-9674-4378-A44D-F42FC78A2410}">
      <dgm:prSet/>
      <dgm:spPr/>
      <dgm:t>
        <a:bodyPr/>
        <a:lstStyle/>
        <a:p>
          <a:endParaRPr lang="en-US"/>
        </a:p>
      </dgm:t>
    </dgm:pt>
    <dgm:pt modelId="{2D4C5BFB-C02C-4DA6-9785-CFC0DEB88944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Positive terms.</a:t>
          </a:r>
        </a:p>
      </dgm:t>
    </dgm:pt>
    <dgm:pt modelId="{895D571F-89AB-46F4-AF1B-F18D3FFD8A82}" type="parTrans" cxnId="{DE4DA1B5-AE29-439C-84CF-731F40509AD9}">
      <dgm:prSet/>
      <dgm:spPr/>
      <dgm:t>
        <a:bodyPr/>
        <a:lstStyle/>
        <a:p>
          <a:endParaRPr lang="en-US"/>
        </a:p>
      </dgm:t>
    </dgm:pt>
    <dgm:pt modelId="{350DAA86-647B-45FD-903B-B241E973F312}" type="sibTrans" cxnId="{DE4DA1B5-AE29-439C-84CF-731F40509AD9}">
      <dgm:prSet/>
      <dgm:spPr/>
      <dgm:t>
        <a:bodyPr/>
        <a:lstStyle/>
        <a:p>
          <a:endParaRPr lang="en-US"/>
        </a:p>
      </dgm:t>
    </dgm:pt>
    <dgm:pt modelId="{EB38A957-C87D-4A4F-969F-07C9119F0BD3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Simple action words; avoid noun strings.</a:t>
          </a:r>
        </a:p>
      </dgm:t>
    </dgm:pt>
    <dgm:pt modelId="{945C9E8D-9B8F-476D-A433-0B330C8052A2}" type="parTrans" cxnId="{01AA7AA3-7F03-4B4C-8439-D814FA1CBB3A}">
      <dgm:prSet/>
      <dgm:spPr/>
      <dgm:t>
        <a:bodyPr/>
        <a:lstStyle/>
        <a:p>
          <a:endParaRPr lang="en-US"/>
        </a:p>
      </dgm:t>
    </dgm:pt>
    <dgm:pt modelId="{76767798-C9DA-4762-9378-96651E25BACC}" type="sibTrans" cxnId="{01AA7AA3-7F03-4B4C-8439-D814FA1CBB3A}">
      <dgm:prSet/>
      <dgm:spPr/>
      <dgm:t>
        <a:bodyPr/>
        <a:lstStyle/>
        <a:p>
          <a:endParaRPr lang="en-US"/>
        </a:p>
      </dgm:t>
    </dgm:pt>
    <dgm:pt modelId="{1A8FB081-7253-4968-9B40-102FB08347FB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The “more” dimension when comparing.</a:t>
          </a:r>
        </a:p>
      </dgm:t>
    </dgm:pt>
    <dgm:pt modelId="{41C33420-059A-4891-918B-C2CE9028D383}" type="parTrans" cxnId="{004AA54E-1C09-4B4F-B2F8-43198899F735}">
      <dgm:prSet/>
      <dgm:spPr/>
      <dgm:t>
        <a:bodyPr/>
        <a:lstStyle/>
        <a:p>
          <a:endParaRPr lang="en-US"/>
        </a:p>
      </dgm:t>
    </dgm:pt>
    <dgm:pt modelId="{1A096A49-7AC1-4841-A7CD-922ACD3B162E}" type="sibTrans" cxnId="{004AA54E-1C09-4B4F-B2F8-43198899F735}">
      <dgm:prSet/>
      <dgm:spPr/>
      <dgm:t>
        <a:bodyPr/>
        <a:lstStyle/>
        <a:p>
          <a:endParaRPr lang="en-US"/>
        </a:p>
      </dgm:t>
    </dgm:pt>
    <dgm:pt modelId="{ABDBC00C-F359-47D3-BD72-1D895F342C97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Consistent words</a:t>
          </a:r>
        </a:p>
      </dgm:t>
    </dgm:pt>
    <dgm:pt modelId="{B780AC96-ACA2-4153-B9C0-8B7F1716B638}" type="parTrans" cxnId="{AE703AD0-DEC6-43C6-9F7E-9495F7EF16F5}">
      <dgm:prSet/>
      <dgm:spPr/>
      <dgm:t>
        <a:bodyPr/>
        <a:lstStyle/>
        <a:p>
          <a:endParaRPr lang="en-US"/>
        </a:p>
      </dgm:t>
    </dgm:pt>
    <dgm:pt modelId="{20AA9DB4-7C8A-45C1-AC9F-016EB19B061D}" type="sibTrans" cxnId="{AE703AD0-DEC6-43C6-9F7E-9495F7EF16F5}">
      <dgm:prSet/>
      <dgm:spPr/>
      <dgm:t>
        <a:bodyPr/>
        <a:lstStyle/>
        <a:p>
          <a:endParaRPr lang="en-US"/>
        </a:p>
      </dgm:t>
    </dgm:pt>
    <dgm:pt modelId="{48121978-9CAE-4DCA-9A9C-4A0551CD2ECB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400" dirty="0"/>
            <a:t>Punctuation for abbreviations, mnemonics, and acronyms</a:t>
          </a:r>
        </a:p>
      </dgm:t>
    </dgm:pt>
    <dgm:pt modelId="{518C518C-C7DC-4766-B61E-51D2974E92DA}" type="parTrans" cxnId="{CD32B481-AD49-4CC2-B932-E9FF4AB29ADE}">
      <dgm:prSet/>
      <dgm:spPr/>
      <dgm:t>
        <a:bodyPr/>
        <a:lstStyle/>
        <a:p>
          <a:endParaRPr lang="en-US"/>
        </a:p>
      </dgm:t>
    </dgm:pt>
    <dgm:pt modelId="{FA6E8A44-9A5A-424E-87F8-DD92F33392BD}" type="sibTrans" cxnId="{CD32B481-AD49-4CC2-B932-E9FF4AB29ADE}">
      <dgm:prSet/>
      <dgm:spPr/>
      <dgm:t>
        <a:bodyPr/>
        <a:lstStyle/>
        <a:p>
          <a:endParaRPr lang="en-US"/>
        </a:p>
      </dgm:t>
    </dgm:pt>
    <dgm:pt modelId="{865A7ADC-9DE1-4D86-BD18-7F31FE9532EF}" type="pres">
      <dgm:prSet presAssocID="{2FFEF4EF-01FD-4B93-AC09-CB5EC60D333F}" presName="Name0" presStyleCnt="0">
        <dgm:presLayoutVars>
          <dgm:dir/>
          <dgm:animLvl val="lvl"/>
          <dgm:resizeHandles val="exact"/>
        </dgm:presLayoutVars>
      </dgm:prSet>
      <dgm:spPr/>
    </dgm:pt>
    <dgm:pt modelId="{5A5F2C11-5B2C-4ACA-903C-2257A5388727}" type="pres">
      <dgm:prSet presAssocID="{D6A9CDAF-93EF-4BA3-8097-591CBE91F3DA}" presName="linNode" presStyleCnt="0"/>
      <dgm:spPr/>
    </dgm:pt>
    <dgm:pt modelId="{7B8C59DE-1A37-45CF-9A22-E0D335B0F2D9}" type="pres">
      <dgm:prSet presAssocID="{D6A9CDAF-93EF-4BA3-8097-591CBE91F3DA}" presName="parentText" presStyleLbl="node1" presStyleIdx="0" presStyleCnt="3" custScaleY="147689">
        <dgm:presLayoutVars>
          <dgm:chMax val="1"/>
          <dgm:bulletEnabled val="1"/>
        </dgm:presLayoutVars>
      </dgm:prSet>
      <dgm:spPr/>
    </dgm:pt>
    <dgm:pt modelId="{F32F62DF-667E-4DA2-ACA8-27ED073D4B12}" type="pres">
      <dgm:prSet presAssocID="{D6A9CDAF-93EF-4BA3-8097-591CBE91F3DA}" presName="descendantText" presStyleLbl="alignAccFollowNode1" presStyleIdx="0" presStyleCnt="3" custScaleY="193629">
        <dgm:presLayoutVars>
          <dgm:bulletEnabled val="1"/>
        </dgm:presLayoutVars>
      </dgm:prSet>
      <dgm:spPr/>
    </dgm:pt>
    <dgm:pt modelId="{66D2F542-C4B2-4385-850E-FAB871B272FE}" type="pres">
      <dgm:prSet presAssocID="{A976F912-03EA-49CB-AE11-BE2F85DE4D57}" presName="sp" presStyleCnt="0"/>
      <dgm:spPr/>
    </dgm:pt>
    <dgm:pt modelId="{834CB05B-6278-4D0A-8D93-3B928C9E8A76}" type="pres">
      <dgm:prSet presAssocID="{E4F9FD71-5664-4988-AA02-A0DF0DE60FB5}" presName="linNode" presStyleCnt="0"/>
      <dgm:spPr/>
    </dgm:pt>
    <dgm:pt modelId="{EAF9B230-BE6A-4171-8CE2-8176998A634C}" type="pres">
      <dgm:prSet presAssocID="{E4F9FD71-5664-4988-AA02-A0DF0DE60FB5}" presName="parentText" presStyleLbl="node1" presStyleIdx="1" presStyleCnt="3" custScaleY="269737" custLinFactNeighborY="4945">
        <dgm:presLayoutVars>
          <dgm:chMax val="1"/>
          <dgm:bulletEnabled val="1"/>
        </dgm:presLayoutVars>
      </dgm:prSet>
      <dgm:spPr/>
    </dgm:pt>
    <dgm:pt modelId="{5B9A6212-F7BD-4B62-B66C-0B06AF6E5F83}" type="pres">
      <dgm:prSet presAssocID="{E4F9FD71-5664-4988-AA02-A0DF0DE60FB5}" presName="descendantText" presStyleLbl="alignAccFollowNode1" presStyleIdx="1" presStyleCnt="3" custScaleY="416053" custLinFactNeighborY="6181">
        <dgm:presLayoutVars>
          <dgm:bulletEnabled val="1"/>
        </dgm:presLayoutVars>
      </dgm:prSet>
      <dgm:spPr/>
    </dgm:pt>
    <dgm:pt modelId="{F7890910-9C0C-48FA-BD91-59007B1C617D}" type="pres">
      <dgm:prSet presAssocID="{4D754D96-24D3-406E-B919-EA28D2261D6E}" presName="sp" presStyleCnt="0"/>
      <dgm:spPr/>
    </dgm:pt>
    <dgm:pt modelId="{21A5C847-0766-4738-AE53-54089A00E3AA}" type="pres">
      <dgm:prSet presAssocID="{F6A1A435-B3BA-4FD5-B82F-3DDDEA6FA3A3}" presName="linNode" presStyleCnt="0"/>
      <dgm:spPr/>
    </dgm:pt>
    <dgm:pt modelId="{E92892B6-8CA7-4755-B8FA-300B06826DF2}" type="pres">
      <dgm:prSet presAssocID="{F6A1A435-B3BA-4FD5-B82F-3DDDEA6FA3A3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A3B0BAD2-321A-4C87-9D2D-4F06740E61D7}" type="pres">
      <dgm:prSet presAssocID="{F6A1A435-B3BA-4FD5-B82F-3DDDEA6FA3A3}" presName="descendantText" presStyleLbl="alignAccFollowNode1" presStyleIdx="2" presStyleCnt="3" custScaleY="88280">
        <dgm:presLayoutVars>
          <dgm:bulletEnabled val="1"/>
        </dgm:presLayoutVars>
      </dgm:prSet>
      <dgm:spPr/>
    </dgm:pt>
  </dgm:ptLst>
  <dgm:cxnLst>
    <dgm:cxn modelId="{18E97B02-BF25-4AD6-AB57-8432F7DB1109}" srcId="{2FFEF4EF-01FD-4B93-AC09-CB5EC60D333F}" destId="{D6A9CDAF-93EF-4BA3-8097-591CBE91F3DA}" srcOrd="0" destOrd="0" parTransId="{4FC8992A-E130-420D-A660-7B35AC87E08C}" sibTransId="{A976F912-03EA-49CB-AE11-BE2F85DE4D57}"/>
    <dgm:cxn modelId="{6031B40C-1243-4A2C-B9DC-335D96372641}" srcId="{2FFEF4EF-01FD-4B93-AC09-CB5EC60D333F}" destId="{E4F9FD71-5664-4988-AA02-A0DF0DE60FB5}" srcOrd="1" destOrd="0" parTransId="{179B7FFE-E788-4C35-AA31-FA3B477D630A}" sibTransId="{4D754D96-24D3-406E-B919-EA28D2261D6E}"/>
    <dgm:cxn modelId="{69B62A14-2B39-41A4-AB7E-1F674A60331F}" type="presOf" srcId="{B8F90F71-3AD3-4836-938F-1E0396259AA9}" destId="{F32F62DF-667E-4DA2-ACA8-27ED073D4B12}" srcOrd="0" destOrd="1" presId="urn:microsoft.com/office/officeart/2005/8/layout/vList5"/>
    <dgm:cxn modelId="{DEAF8914-5A4D-4C26-B5F8-C2C6CED3D2A1}" type="presOf" srcId="{F6A1A435-B3BA-4FD5-B82F-3DDDEA6FA3A3}" destId="{E92892B6-8CA7-4755-B8FA-300B06826DF2}" srcOrd="0" destOrd="0" presId="urn:microsoft.com/office/officeart/2005/8/layout/vList5"/>
    <dgm:cxn modelId="{76375A29-29F2-4B71-9C0C-8096FB7711DA}" type="presOf" srcId="{F7B65820-4E5B-4715-A1A4-FD16250A8439}" destId="{A3B0BAD2-321A-4C87-9D2D-4F06740E61D7}" srcOrd="0" destOrd="1" presId="urn:microsoft.com/office/officeart/2005/8/layout/vList5"/>
    <dgm:cxn modelId="{5DFC172C-030E-4E60-AED3-AF3B83ED39A0}" srcId="{2FFEF4EF-01FD-4B93-AC09-CB5EC60D333F}" destId="{F6A1A435-B3BA-4FD5-B82F-3DDDEA6FA3A3}" srcOrd="2" destOrd="0" parTransId="{8F543173-6436-4EB9-BDAC-A9975FC52817}" sibTransId="{CE6FDB57-905E-4B0D-979D-ADAE975DF2F4}"/>
    <dgm:cxn modelId="{C4EEA52F-3C9B-4840-98C9-CF173CF2E7C4}" type="presOf" srcId="{CE6FD6B9-5A2F-4C28-87F0-140627DA9356}" destId="{5B9A6212-F7BD-4B62-B66C-0B06AF6E5F83}" srcOrd="0" destOrd="2" presId="urn:microsoft.com/office/officeart/2005/8/layout/vList5"/>
    <dgm:cxn modelId="{04C73A33-6B20-4769-9A49-C1846D00475F}" type="presOf" srcId="{F53F649E-169A-4C49-994A-AF30DFBA88A5}" destId="{F32F62DF-667E-4DA2-ACA8-27ED073D4B12}" srcOrd="0" destOrd="0" presId="urn:microsoft.com/office/officeart/2005/8/layout/vList5"/>
    <dgm:cxn modelId="{9DCA9535-21FE-4A83-BE1B-9D72825E5A1A}" srcId="{D6A9CDAF-93EF-4BA3-8097-591CBE91F3DA}" destId="{F53F649E-169A-4C49-994A-AF30DFBA88A5}" srcOrd="0" destOrd="0" parTransId="{116C5A18-570D-440C-A6A1-C578E58250C1}" sibTransId="{76A348DE-C0B6-44B0-889A-F136BFED1A11}"/>
    <dgm:cxn modelId="{9A3FBC38-D1E2-44B7-A526-9385BC09E2B9}" srcId="{E4F9FD71-5664-4988-AA02-A0DF0DE60FB5}" destId="{2D0BF918-9CA5-4E12-8542-35D9022ACEC8}" srcOrd="0" destOrd="0" parTransId="{99EA1351-DDE0-4891-B40D-09FCBA3BB04F}" sibTransId="{6254F403-D6B6-460C-B31D-EA9B76A79ED2}"/>
    <dgm:cxn modelId="{EC5AB15C-23ED-4DCA-A9BC-AADE7EE9392F}" srcId="{E4F9FD71-5664-4988-AA02-A0DF0DE60FB5}" destId="{551C80F2-71FB-478B-8925-EB152F05558B}" srcOrd="1" destOrd="0" parTransId="{CA1243EB-0666-43D2-82C3-A1E4C1396880}" sibTransId="{A710E22F-013F-464E-B92E-D7D9A806EAEC}"/>
    <dgm:cxn modelId="{13268566-B513-48DC-8123-829B931F2129}" type="presOf" srcId="{1A8FB081-7253-4968-9B40-102FB08347FB}" destId="{5B9A6212-F7BD-4B62-B66C-0B06AF6E5F83}" srcOrd="0" destOrd="5" presId="urn:microsoft.com/office/officeart/2005/8/layout/vList5"/>
    <dgm:cxn modelId="{7F84FF4A-D193-4ADE-8556-4219E3E30B73}" type="presOf" srcId="{2D4C5BFB-C02C-4DA6-9785-CFC0DEB88944}" destId="{5B9A6212-F7BD-4B62-B66C-0B06AF6E5F83}" srcOrd="0" destOrd="3" presId="urn:microsoft.com/office/officeart/2005/8/layout/vList5"/>
    <dgm:cxn modelId="{D605F86D-5361-4883-9AA3-EE3095BD6638}" type="presOf" srcId="{E4F9FD71-5664-4988-AA02-A0DF0DE60FB5}" destId="{EAF9B230-BE6A-4171-8CE2-8176998A634C}" srcOrd="0" destOrd="0" presId="urn:microsoft.com/office/officeart/2005/8/layout/vList5"/>
    <dgm:cxn modelId="{004AA54E-1C09-4B4F-B2F8-43198899F735}" srcId="{E4F9FD71-5664-4988-AA02-A0DF0DE60FB5}" destId="{1A8FB081-7253-4968-9B40-102FB08347FB}" srcOrd="5" destOrd="0" parTransId="{41C33420-059A-4891-918B-C2CE9028D383}" sibTransId="{1A096A49-7AC1-4841-A7CD-922ACD3B162E}"/>
    <dgm:cxn modelId="{D60BA754-4A29-496F-9CD0-99BF5DD8FAE6}" type="presOf" srcId="{4AEAA420-EB43-46D6-8C93-51482CA59F85}" destId="{F32F62DF-667E-4DA2-ACA8-27ED073D4B12}" srcOrd="0" destOrd="2" presId="urn:microsoft.com/office/officeart/2005/8/layout/vList5"/>
    <dgm:cxn modelId="{972E545A-9DF5-4B72-BCD9-E2C3FB6834B4}" type="presOf" srcId="{48121978-9CAE-4DCA-9A9C-4A0551CD2ECB}" destId="{5B9A6212-F7BD-4B62-B66C-0B06AF6E5F83}" srcOrd="0" destOrd="7" presId="urn:microsoft.com/office/officeart/2005/8/layout/vList5"/>
    <dgm:cxn modelId="{A8045B7C-D96F-44ED-A98A-65F735AB0029}" type="presOf" srcId="{2FFEF4EF-01FD-4B93-AC09-CB5EC60D333F}" destId="{865A7ADC-9DE1-4D86-BD18-7F31FE9532EF}" srcOrd="0" destOrd="0" presId="urn:microsoft.com/office/officeart/2005/8/layout/vList5"/>
    <dgm:cxn modelId="{D3F0157D-CF08-4F0B-BEF6-4739D35A3DD0}" srcId="{D6A9CDAF-93EF-4BA3-8097-591CBE91F3DA}" destId="{B8F90F71-3AD3-4836-938F-1E0396259AA9}" srcOrd="1" destOrd="0" parTransId="{006D5296-B04B-43E4-87C0-53B424BB22CB}" sibTransId="{D0091C6F-B69B-4ECC-965A-ED28842F716D}"/>
    <dgm:cxn modelId="{CD32B481-AD49-4CC2-B932-E9FF4AB29ADE}" srcId="{E4F9FD71-5664-4988-AA02-A0DF0DE60FB5}" destId="{48121978-9CAE-4DCA-9A9C-4A0551CD2ECB}" srcOrd="7" destOrd="0" parTransId="{518C518C-C7DC-4766-B61E-51D2974E92DA}" sibTransId="{FA6E8A44-9A5A-424E-87F8-DD92F33392BD}"/>
    <dgm:cxn modelId="{01AA7AA3-7F03-4B4C-8439-D814FA1CBB3A}" srcId="{E4F9FD71-5664-4988-AA02-A0DF0DE60FB5}" destId="{EB38A957-C87D-4A4F-969F-07C9119F0BD3}" srcOrd="4" destOrd="0" parTransId="{945C9E8D-9B8F-476D-A433-0B330C8052A2}" sibTransId="{76767798-C9DA-4762-9378-96651E25BACC}"/>
    <dgm:cxn modelId="{19A748B1-74DE-4CE9-99B0-7DAA60505915}" srcId="{D6A9CDAF-93EF-4BA3-8097-591CBE91F3DA}" destId="{4AEAA420-EB43-46D6-8C93-51482CA59F85}" srcOrd="2" destOrd="0" parTransId="{86BB6EA4-252A-445B-BFB4-58EF3C12AE34}" sibTransId="{D29817CA-24C0-4233-8DFE-5D9828256FFC}"/>
    <dgm:cxn modelId="{DE4DA1B5-AE29-439C-84CF-731F40509AD9}" srcId="{E4F9FD71-5664-4988-AA02-A0DF0DE60FB5}" destId="{2D4C5BFB-C02C-4DA6-9785-CFC0DEB88944}" srcOrd="3" destOrd="0" parTransId="{895D571F-89AB-46F4-AF1B-F18D3FFD8A82}" sibTransId="{350DAA86-647B-45FD-903B-B241E973F312}"/>
    <dgm:cxn modelId="{028173BF-9674-4378-A44D-F42FC78A2410}" srcId="{E4F9FD71-5664-4988-AA02-A0DF0DE60FB5}" destId="{CE6FD6B9-5A2F-4C28-87F0-140627DA9356}" srcOrd="2" destOrd="0" parTransId="{87E5EACF-540A-461F-BE4E-7F19BC562787}" sibTransId="{E2D93BED-2A15-472E-ABE3-F40CD36D188A}"/>
    <dgm:cxn modelId="{600BCFC3-B96D-4EAA-87ED-65A7AD65ADCC}" type="presOf" srcId="{2D0BF918-9CA5-4E12-8542-35D9022ACEC8}" destId="{5B9A6212-F7BD-4B62-B66C-0B06AF6E5F83}" srcOrd="0" destOrd="0" presId="urn:microsoft.com/office/officeart/2005/8/layout/vList5"/>
    <dgm:cxn modelId="{AE703AD0-DEC6-43C6-9F7E-9495F7EF16F5}" srcId="{E4F9FD71-5664-4988-AA02-A0DF0DE60FB5}" destId="{ABDBC00C-F359-47D3-BD72-1D895F342C97}" srcOrd="6" destOrd="0" parTransId="{B780AC96-ACA2-4153-B9C0-8B7F1716B638}" sibTransId="{20AA9DB4-7C8A-45C1-AC9F-016EB19B061D}"/>
    <dgm:cxn modelId="{66FFE0D5-0052-4DCD-A7B7-905FA34D055A}" type="presOf" srcId="{551C80F2-71FB-478B-8925-EB152F05558B}" destId="{5B9A6212-F7BD-4B62-B66C-0B06AF6E5F83}" srcOrd="0" destOrd="1" presId="urn:microsoft.com/office/officeart/2005/8/layout/vList5"/>
    <dgm:cxn modelId="{B0DA5AD9-125A-45A9-92FD-EE34060FBE1E}" type="presOf" srcId="{A0BEF90B-444D-4D35-8422-C836CE60A9C3}" destId="{A3B0BAD2-321A-4C87-9D2D-4F06740E61D7}" srcOrd="0" destOrd="0" presId="urn:microsoft.com/office/officeart/2005/8/layout/vList5"/>
    <dgm:cxn modelId="{011E9CDA-DE05-4D93-B794-2F78D69FFDB0}" type="presOf" srcId="{EB38A957-C87D-4A4F-969F-07C9119F0BD3}" destId="{5B9A6212-F7BD-4B62-B66C-0B06AF6E5F83}" srcOrd="0" destOrd="4" presId="urn:microsoft.com/office/officeart/2005/8/layout/vList5"/>
    <dgm:cxn modelId="{BA14EDDD-3449-4C72-87C3-156D6C73CE61}" srcId="{F6A1A435-B3BA-4FD5-B82F-3DDDEA6FA3A3}" destId="{F7B65820-4E5B-4715-A1A4-FD16250A8439}" srcOrd="1" destOrd="0" parTransId="{E292221B-4A36-4E36-ADCA-0FA53D6C1770}" sibTransId="{09BD7F63-E9AE-486D-A1E6-4769A861270C}"/>
    <dgm:cxn modelId="{74E42CDF-8F5C-49A4-AB4E-D68B6A039A54}" srcId="{F6A1A435-B3BA-4FD5-B82F-3DDDEA6FA3A3}" destId="{A0BEF90B-444D-4D35-8422-C836CE60A9C3}" srcOrd="0" destOrd="0" parTransId="{122FFFA1-74B2-4978-9314-70C2CD4E74E5}" sibTransId="{CFD1C938-63F5-4318-93DC-A0F3AC0DA69E}"/>
    <dgm:cxn modelId="{6D02E4F4-079B-4906-919A-8F6DCF097D0E}" type="presOf" srcId="{ABDBC00C-F359-47D3-BD72-1D895F342C97}" destId="{5B9A6212-F7BD-4B62-B66C-0B06AF6E5F83}" srcOrd="0" destOrd="6" presId="urn:microsoft.com/office/officeart/2005/8/layout/vList5"/>
    <dgm:cxn modelId="{370DFAFD-AC7A-40A0-B6B4-56C4975B8B67}" type="presOf" srcId="{D6A9CDAF-93EF-4BA3-8097-591CBE91F3DA}" destId="{7B8C59DE-1A37-45CF-9A22-E0D335B0F2D9}" srcOrd="0" destOrd="0" presId="urn:microsoft.com/office/officeart/2005/8/layout/vList5"/>
    <dgm:cxn modelId="{256024FC-6D29-4040-813A-9A23A47DB8E7}" type="presParOf" srcId="{865A7ADC-9DE1-4D86-BD18-7F31FE9532EF}" destId="{5A5F2C11-5B2C-4ACA-903C-2257A5388727}" srcOrd="0" destOrd="0" presId="urn:microsoft.com/office/officeart/2005/8/layout/vList5"/>
    <dgm:cxn modelId="{EF340ED0-E5D4-4589-BFAB-207CFEF09DB6}" type="presParOf" srcId="{5A5F2C11-5B2C-4ACA-903C-2257A5388727}" destId="{7B8C59DE-1A37-45CF-9A22-E0D335B0F2D9}" srcOrd="0" destOrd="0" presId="urn:microsoft.com/office/officeart/2005/8/layout/vList5"/>
    <dgm:cxn modelId="{12B52882-0220-40F6-9602-054F2A9C68D2}" type="presParOf" srcId="{5A5F2C11-5B2C-4ACA-903C-2257A5388727}" destId="{F32F62DF-667E-4DA2-ACA8-27ED073D4B12}" srcOrd="1" destOrd="0" presId="urn:microsoft.com/office/officeart/2005/8/layout/vList5"/>
    <dgm:cxn modelId="{CF3737ED-5581-4725-AB1F-DF126764B27F}" type="presParOf" srcId="{865A7ADC-9DE1-4D86-BD18-7F31FE9532EF}" destId="{66D2F542-C4B2-4385-850E-FAB871B272FE}" srcOrd="1" destOrd="0" presId="urn:microsoft.com/office/officeart/2005/8/layout/vList5"/>
    <dgm:cxn modelId="{2E80BA7C-D89E-4CE5-B92B-ED8CC6A8B0B9}" type="presParOf" srcId="{865A7ADC-9DE1-4D86-BD18-7F31FE9532EF}" destId="{834CB05B-6278-4D0A-8D93-3B928C9E8A76}" srcOrd="2" destOrd="0" presId="urn:microsoft.com/office/officeart/2005/8/layout/vList5"/>
    <dgm:cxn modelId="{1E88B43A-BE01-4021-96EA-B30A055D9F67}" type="presParOf" srcId="{834CB05B-6278-4D0A-8D93-3B928C9E8A76}" destId="{EAF9B230-BE6A-4171-8CE2-8176998A634C}" srcOrd="0" destOrd="0" presId="urn:microsoft.com/office/officeart/2005/8/layout/vList5"/>
    <dgm:cxn modelId="{762FFB3B-2AC4-44EB-BAC3-CAD515FB59AC}" type="presParOf" srcId="{834CB05B-6278-4D0A-8D93-3B928C9E8A76}" destId="{5B9A6212-F7BD-4B62-B66C-0B06AF6E5F83}" srcOrd="1" destOrd="0" presId="urn:microsoft.com/office/officeart/2005/8/layout/vList5"/>
    <dgm:cxn modelId="{0BE1583B-F030-4D68-9523-C0ACA0D42AC6}" type="presParOf" srcId="{865A7ADC-9DE1-4D86-BD18-7F31FE9532EF}" destId="{F7890910-9C0C-48FA-BD91-59007B1C617D}" srcOrd="3" destOrd="0" presId="urn:microsoft.com/office/officeart/2005/8/layout/vList5"/>
    <dgm:cxn modelId="{C9553B9B-DEA7-4433-8AF7-B520F7672FF1}" type="presParOf" srcId="{865A7ADC-9DE1-4D86-BD18-7F31FE9532EF}" destId="{21A5C847-0766-4738-AE53-54089A00E3AA}" srcOrd="4" destOrd="0" presId="urn:microsoft.com/office/officeart/2005/8/layout/vList5"/>
    <dgm:cxn modelId="{FE43F46F-0655-4F5C-9553-DFA30DBBC296}" type="presParOf" srcId="{21A5C847-0766-4738-AE53-54089A00E3AA}" destId="{E92892B6-8CA7-4755-B8FA-300B06826DF2}" srcOrd="0" destOrd="0" presId="urn:microsoft.com/office/officeart/2005/8/layout/vList5"/>
    <dgm:cxn modelId="{638CDA07-4B99-4240-AEA3-4D05919D2149}" type="presParOf" srcId="{21A5C847-0766-4738-AE53-54089A00E3AA}" destId="{A3B0BAD2-321A-4C87-9D2D-4F06740E61D7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E679F6E-F444-6F48-B893-77DA9C985E09}" type="doc">
      <dgm:prSet loTypeId="urn:microsoft.com/office/officeart/2005/8/layout/vList2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3FFE7E1-C6D5-A748-977F-E1B41F7A64F0}">
      <dgm:prSet custT="1"/>
      <dgm:spPr/>
      <dgm:t>
        <a:bodyPr/>
        <a:lstStyle/>
        <a:p>
          <a:pPr rtl="0"/>
          <a:r>
            <a:rPr lang="en-GB" sz="1600" b="1" dirty="0"/>
            <a:t>Status</a:t>
          </a:r>
          <a:r>
            <a:rPr lang="en-GB" sz="1600" dirty="0"/>
            <a:t>—Provides information concerning the progress of a lengthy operation</a:t>
          </a:r>
        </a:p>
      </dgm:t>
    </dgm:pt>
    <dgm:pt modelId="{0874FF2A-395A-B44B-B626-8F47D1121C04}" type="parTrans" cxnId="{9396AF24-50D4-B049-A6B3-D374BE8754EF}">
      <dgm:prSet/>
      <dgm:spPr/>
      <dgm:t>
        <a:bodyPr/>
        <a:lstStyle/>
        <a:p>
          <a:endParaRPr lang="en-US"/>
        </a:p>
      </dgm:t>
    </dgm:pt>
    <dgm:pt modelId="{A7265917-9F62-AB47-B8CD-F299063180D8}" type="sibTrans" cxnId="{9396AF24-50D4-B049-A6B3-D374BE8754EF}">
      <dgm:prSet/>
      <dgm:spPr/>
      <dgm:t>
        <a:bodyPr/>
        <a:lstStyle/>
        <a:p>
          <a:endParaRPr lang="en-US"/>
        </a:p>
      </dgm:t>
    </dgm:pt>
    <dgm:pt modelId="{FDCD97E1-E899-734B-94D3-EF56F3EE52F6}">
      <dgm:prSet custT="1"/>
      <dgm:spPr/>
      <dgm:t>
        <a:bodyPr/>
        <a:lstStyle/>
        <a:p>
          <a:pPr rtl="0"/>
          <a:r>
            <a:rPr lang="en-GB" sz="1600" b="1" dirty="0"/>
            <a:t>Informational</a:t>
          </a:r>
          <a:r>
            <a:rPr lang="en-GB" sz="1600" dirty="0"/>
            <a:t>—Provides information about the state of the system when it is not immediately obvious 	</a:t>
          </a:r>
        </a:p>
      </dgm:t>
    </dgm:pt>
    <dgm:pt modelId="{0FC84F71-FFC9-524A-A111-D3A947E7E86E}" type="parTrans" cxnId="{EF79CE49-CE46-A548-A156-A7958EBB2466}">
      <dgm:prSet/>
      <dgm:spPr/>
      <dgm:t>
        <a:bodyPr/>
        <a:lstStyle/>
        <a:p>
          <a:endParaRPr lang="en-US"/>
        </a:p>
      </dgm:t>
    </dgm:pt>
    <dgm:pt modelId="{439BA9F1-CFF0-4842-9171-E42924A59DD7}" type="sibTrans" cxnId="{EF79CE49-CE46-A548-A156-A7958EBB2466}">
      <dgm:prSet/>
      <dgm:spPr/>
      <dgm:t>
        <a:bodyPr/>
        <a:lstStyle/>
        <a:p>
          <a:endParaRPr lang="en-US"/>
        </a:p>
      </dgm:t>
    </dgm:pt>
    <dgm:pt modelId="{012470D2-7926-B24A-882A-22EC8818C251}">
      <dgm:prSet custT="1"/>
      <dgm:spPr/>
      <dgm:t>
        <a:bodyPr/>
        <a:lstStyle/>
        <a:p>
          <a:pPr rtl="0"/>
          <a:r>
            <a:rPr lang="en-GB" sz="1600" b="1"/>
            <a:t>Warning</a:t>
          </a:r>
          <a:r>
            <a:rPr lang="en-GB" sz="1600"/>
            <a:t>—Calls attention to a situation that may be undesirable</a:t>
          </a:r>
        </a:p>
      </dgm:t>
    </dgm:pt>
    <dgm:pt modelId="{4674BD65-A09B-1D48-832C-4127024B5353}" type="parTrans" cxnId="{D0CA7A91-9801-DD40-9E0F-A6792E837FFD}">
      <dgm:prSet/>
      <dgm:spPr/>
      <dgm:t>
        <a:bodyPr/>
        <a:lstStyle/>
        <a:p>
          <a:endParaRPr lang="en-US"/>
        </a:p>
      </dgm:t>
    </dgm:pt>
    <dgm:pt modelId="{49E500FF-6396-074C-B07E-B2CA8721B934}" type="sibTrans" cxnId="{D0CA7A91-9801-DD40-9E0F-A6792E837FFD}">
      <dgm:prSet/>
      <dgm:spPr/>
      <dgm:t>
        <a:bodyPr/>
        <a:lstStyle/>
        <a:p>
          <a:endParaRPr lang="en-US"/>
        </a:p>
      </dgm:t>
    </dgm:pt>
    <dgm:pt modelId="{1C5F1F21-0A93-DD4C-AF5B-2126B9694ABB}">
      <dgm:prSet custT="1"/>
      <dgm:spPr/>
      <dgm:t>
        <a:bodyPr/>
        <a:lstStyle/>
        <a:p>
          <a:pPr rtl="0"/>
          <a:r>
            <a:rPr lang="en-GB" sz="1600" b="1"/>
            <a:t>Critical</a:t>
          </a:r>
          <a:r>
            <a:rPr lang="en-GB" sz="1600"/>
            <a:t>—Calls attention to conditions that require a user action before the system can proceed</a:t>
          </a:r>
        </a:p>
      </dgm:t>
    </dgm:pt>
    <dgm:pt modelId="{C493607B-AE4A-0B47-8323-6EF5BB6EC685}" type="parTrans" cxnId="{B0C1ECB5-DAB6-134B-877C-6C4571414A87}">
      <dgm:prSet/>
      <dgm:spPr/>
      <dgm:t>
        <a:bodyPr/>
        <a:lstStyle/>
        <a:p>
          <a:endParaRPr lang="en-US"/>
        </a:p>
      </dgm:t>
    </dgm:pt>
    <dgm:pt modelId="{F57545BB-14FE-8047-BA75-696AEB1D779A}" type="sibTrans" cxnId="{B0C1ECB5-DAB6-134B-877C-6C4571414A87}">
      <dgm:prSet/>
      <dgm:spPr/>
      <dgm:t>
        <a:bodyPr/>
        <a:lstStyle/>
        <a:p>
          <a:endParaRPr lang="en-US"/>
        </a:p>
      </dgm:t>
    </dgm:pt>
    <dgm:pt modelId="{D9BF90D4-4940-8D4C-88BA-775238743207}">
      <dgm:prSet custT="1"/>
      <dgm:spPr/>
      <dgm:t>
        <a:bodyPr/>
        <a:lstStyle/>
        <a:p>
          <a:pPr rtl="0"/>
          <a:r>
            <a:rPr lang="en-GB" sz="1600" b="1"/>
            <a:t>Question</a:t>
          </a:r>
          <a:r>
            <a:rPr lang="en-GB" sz="1600"/>
            <a:t>—Asks a question and offers options  </a:t>
          </a:r>
        </a:p>
      </dgm:t>
    </dgm:pt>
    <dgm:pt modelId="{469E0A34-8349-1941-A1A7-ECF9646022B2}" type="parTrans" cxnId="{8C622ADB-EBD4-EF41-9F22-ECDC852E063B}">
      <dgm:prSet/>
      <dgm:spPr/>
      <dgm:t>
        <a:bodyPr/>
        <a:lstStyle/>
        <a:p>
          <a:endParaRPr lang="en-US"/>
        </a:p>
      </dgm:t>
    </dgm:pt>
    <dgm:pt modelId="{FD51C521-5593-1846-B076-713232B079E7}" type="sibTrans" cxnId="{8C622ADB-EBD4-EF41-9F22-ECDC852E063B}">
      <dgm:prSet/>
      <dgm:spPr/>
      <dgm:t>
        <a:bodyPr/>
        <a:lstStyle/>
        <a:p>
          <a:endParaRPr lang="en-US"/>
        </a:p>
      </dgm:t>
    </dgm:pt>
    <dgm:pt modelId="{9EB5E32F-B277-5548-93E1-6BC880E7B1E0}" type="pres">
      <dgm:prSet presAssocID="{FE679F6E-F444-6F48-B893-77DA9C985E09}" presName="linear" presStyleCnt="0">
        <dgm:presLayoutVars>
          <dgm:animLvl val="lvl"/>
          <dgm:resizeHandles val="exact"/>
        </dgm:presLayoutVars>
      </dgm:prSet>
      <dgm:spPr/>
    </dgm:pt>
    <dgm:pt modelId="{FA95BDC0-3C06-2C4D-B249-347765FA4FD9}" type="pres">
      <dgm:prSet presAssocID="{03FFE7E1-C6D5-A748-977F-E1B41F7A64F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E50F71C0-8A71-9140-92CB-E9CB71F2CCF4}" type="pres">
      <dgm:prSet presAssocID="{A7265917-9F62-AB47-B8CD-F299063180D8}" presName="spacer" presStyleCnt="0"/>
      <dgm:spPr/>
    </dgm:pt>
    <dgm:pt modelId="{0B654BFF-1E70-C740-A3FA-C65BC02923FD}" type="pres">
      <dgm:prSet presAssocID="{FDCD97E1-E899-734B-94D3-EF56F3EE52F6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9DFC6567-6820-424B-8BE8-5461B5A21492}" type="pres">
      <dgm:prSet presAssocID="{439BA9F1-CFF0-4842-9171-E42924A59DD7}" presName="spacer" presStyleCnt="0"/>
      <dgm:spPr/>
    </dgm:pt>
    <dgm:pt modelId="{DD2CC875-516D-8944-A137-5DC7D1A648A4}" type="pres">
      <dgm:prSet presAssocID="{012470D2-7926-B24A-882A-22EC8818C2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28EFEE3-AD72-5647-A430-5B3C5619083F}" type="pres">
      <dgm:prSet presAssocID="{49E500FF-6396-074C-B07E-B2CA8721B934}" presName="spacer" presStyleCnt="0"/>
      <dgm:spPr/>
    </dgm:pt>
    <dgm:pt modelId="{66A82570-74BA-934E-B2C8-09F2B0CED570}" type="pres">
      <dgm:prSet presAssocID="{1C5F1F21-0A93-DD4C-AF5B-2126B9694AB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F00136D-A5C8-094B-9288-13777250C9DF}" type="pres">
      <dgm:prSet presAssocID="{F57545BB-14FE-8047-BA75-696AEB1D779A}" presName="spacer" presStyleCnt="0"/>
      <dgm:spPr/>
    </dgm:pt>
    <dgm:pt modelId="{4C3FB67A-A8D7-9B42-B995-F32A3580EFDE}" type="pres">
      <dgm:prSet presAssocID="{D9BF90D4-4940-8D4C-88BA-77523874320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9396AF24-50D4-B049-A6B3-D374BE8754EF}" srcId="{FE679F6E-F444-6F48-B893-77DA9C985E09}" destId="{03FFE7E1-C6D5-A748-977F-E1B41F7A64F0}" srcOrd="0" destOrd="0" parTransId="{0874FF2A-395A-B44B-B626-8F47D1121C04}" sibTransId="{A7265917-9F62-AB47-B8CD-F299063180D8}"/>
    <dgm:cxn modelId="{BB4B262B-8118-0243-AA88-63E6A2E07A51}" type="presOf" srcId="{03FFE7E1-C6D5-A748-977F-E1B41F7A64F0}" destId="{FA95BDC0-3C06-2C4D-B249-347765FA4FD9}" srcOrd="0" destOrd="0" presId="urn:microsoft.com/office/officeart/2005/8/layout/vList2"/>
    <dgm:cxn modelId="{FB66AC62-2D31-2146-8228-E617A5A5EF23}" type="presOf" srcId="{FDCD97E1-E899-734B-94D3-EF56F3EE52F6}" destId="{0B654BFF-1E70-C740-A3FA-C65BC02923FD}" srcOrd="0" destOrd="0" presId="urn:microsoft.com/office/officeart/2005/8/layout/vList2"/>
    <dgm:cxn modelId="{EF79CE49-CE46-A548-A156-A7958EBB2466}" srcId="{FE679F6E-F444-6F48-B893-77DA9C985E09}" destId="{FDCD97E1-E899-734B-94D3-EF56F3EE52F6}" srcOrd="1" destOrd="0" parTransId="{0FC84F71-FFC9-524A-A111-D3A947E7E86E}" sibTransId="{439BA9F1-CFF0-4842-9171-E42924A59DD7}"/>
    <dgm:cxn modelId="{4C941078-194C-8741-B40A-0AB37456FE15}" type="presOf" srcId="{FE679F6E-F444-6F48-B893-77DA9C985E09}" destId="{9EB5E32F-B277-5548-93E1-6BC880E7B1E0}" srcOrd="0" destOrd="0" presId="urn:microsoft.com/office/officeart/2005/8/layout/vList2"/>
    <dgm:cxn modelId="{D0CA7A91-9801-DD40-9E0F-A6792E837FFD}" srcId="{FE679F6E-F444-6F48-B893-77DA9C985E09}" destId="{012470D2-7926-B24A-882A-22EC8818C251}" srcOrd="2" destOrd="0" parTransId="{4674BD65-A09B-1D48-832C-4127024B5353}" sibTransId="{49E500FF-6396-074C-B07E-B2CA8721B934}"/>
    <dgm:cxn modelId="{AA843193-7FF7-5446-BA7A-0DD7E86BAD6D}" type="presOf" srcId="{012470D2-7926-B24A-882A-22EC8818C251}" destId="{DD2CC875-516D-8944-A137-5DC7D1A648A4}" srcOrd="0" destOrd="0" presId="urn:microsoft.com/office/officeart/2005/8/layout/vList2"/>
    <dgm:cxn modelId="{B0C1ECB5-DAB6-134B-877C-6C4571414A87}" srcId="{FE679F6E-F444-6F48-B893-77DA9C985E09}" destId="{1C5F1F21-0A93-DD4C-AF5B-2126B9694ABB}" srcOrd="3" destOrd="0" parTransId="{C493607B-AE4A-0B47-8323-6EF5BB6EC685}" sibTransId="{F57545BB-14FE-8047-BA75-696AEB1D779A}"/>
    <dgm:cxn modelId="{8C622ADB-EBD4-EF41-9F22-ECDC852E063B}" srcId="{FE679F6E-F444-6F48-B893-77DA9C985E09}" destId="{D9BF90D4-4940-8D4C-88BA-775238743207}" srcOrd="4" destOrd="0" parTransId="{469E0A34-8349-1941-A1A7-ECF9646022B2}" sibTransId="{FD51C521-5593-1846-B076-713232B079E7}"/>
    <dgm:cxn modelId="{3A8ECDE0-6A67-074B-936E-CFF4922DB79E}" type="presOf" srcId="{D9BF90D4-4940-8D4C-88BA-775238743207}" destId="{4C3FB67A-A8D7-9B42-B995-F32A3580EFDE}" srcOrd="0" destOrd="0" presId="urn:microsoft.com/office/officeart/2005/8/layout/vList2"/>
    <dgm:cxn modelId="{108C9FFD-A1F6-2D4C-9808-B489ABFD2643}" type="presOf" srcId="{1C5F1F21-0A93-DD4C-AF5B-2126B9694ABB}" destId="{66A82570-74BA-934E-B2C8-09F2B0CED570}" srcOrd="0" destOrd="0" presId="urn:microsoft.com/office/officeart/2005/8/layout/vList2"/>
    <dgm:cxn modelId="{DA023DB2-9B82-B245-855F-BE8DA0757FDC}" type="presParOf" srcId="{9EB5E32F-B277-5548-93E1-6BC880E7B1E0}" destId="{FA95BDC0-3C06-2C4D-B249-347765FA4FD9}" srcOrd="0" destOrd="0" presId="urn:microsoft.com/office/officeart/2005/8/layout/vList2"/>
    <dgm:cxn modelId="{3B8D2865-4626-CB41-B2EA-A158507D2AE6}" type="presParOf" srcId="{9EB5E32F-B277-5548-93E1-6BC880E7B1E0}" destId="{E50F71C0-8A71-9140-92CB-E9CB71F2CCF4}" srcOrd="1" destOrd="0" presId="urn:microsoft.com/office/officeart/2005/8/layout/vList2"/>
    <dgm:cxn modelId="{A6B28EAE-86FE-7841-B526-397360814F77}" type="presParOf" srcId="{9EB5E32F-B277-5548-93E1-6BC880E7B1E0}" destId="{0B654BFF-1E70-C740-A3FA-C65BC02923FD}" srcOrd="2" destOrd="0" presId="urn:microsoft.com/office/officeart/2005/8/layout/vList2"/>
    <dgm:cxn modelId="{155DB9DB-A70B-724F-874C-D4A2613E1509}" type="presParOf" srcId="{9EB5E32F-B277-5548-93E1-6BC880E7B1E0}" destId="{9DFC6567-6820-424B-8BE8-5461B5A21492}" srcOrd="3" destOrd="0" presId="urn:microsoft.com/office/officeart/2005/8/layout/vList2"/>
    <dgm:cxn modelId="{334C6ABA-327E-D047-93C5-83B438EB2A4C}" type="presParOf" srcId="{9EB5E32F-B277-5548-93E1-6BC880E7B1E0}" destId="{DD2CC875-516D-8944-A137-5DC7D1A648A4}" srcOrd="4" destOrd="0" presId="urn:microsoft.com/office/officeart/2005/8/layout/vList2"/>
    <dgm:cxn modelId="{22B23F19-24F1-6C46-957B-649D0B468121}" type="presParOf" srcId="{9EB5E32F-B277-5548-93E1-6BC880E7B1E0}" destId="{628EFEE3-AD72-5647-A430-5B3C5619083F}" srcOrd="5" destOrd="0" presId="urn:microsoft.com/office/officeart/2005/8/layout/vList2"/>
    <dgm:cxn modelId="{78A26DFE-BA24-5546-BD2A-BDA8D2582F39}" type="presParOf" srcId="{9EB5E32F-B277-5548-93E1-6BC880E7B1E0}" destId="{66A82570-74BA-934E-B2C8-09F2B0CED570}" srcOrd="6" destOrd="0" presId="urn:microsoft.com/office/officeart/2005/8/layout/vList2"/>
    <dgm:cxn modelId="{CCFA5D82-B406-9943-885A-27087D7A304D}" type="presParOf" srcId="{9EB5E32F-B277-5548-93E1-6BC880E7B1E0}" destId="{2F00136D-A5C8-094B-9288-13777250C9DF}" srcOrd="7" destOrd="0" presId="urn:microsoft.com/office/officeart/2005/8/layout/vList2"/>
    <dgm:cxn modelId="{032F900C-D087-AD49-A707-83F848E8E08E}" type="presParOf" srcId="{9EB5E32F-B277-5548-93E1-6BC880E7B1E0}" destId="{4C3FB67A-A8D7-9B42-B995-F32A3580EFD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AAE1A4-B2BB-4B0A-AD45-2FC3FC31AB78}" type="doc">
      <dgm:prSet loTypeId="urn:microsoft.com/office/officeart/2005/8/layout/v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99B0837-FDF6-4B84-BEFF-997A0FB0FC2C}">
      <dgm:prSet phldrT="[Text]" custT="1"/>
      <dgm:spPr>
        <a:solidFill>
          <a:schemeClr val="accent3">
            <a:lumMod val="50000"/>
          </a:schemeClr>
        </a:solidFill>
      </dgm:spPr>
      <dgm:t>
        <a:bodyPr/>
        <a:lstStyle/>
        <a:p>
          <a:r>
            <a:rPr lang="en-US" sz="2000" b="0" dirty="0"/>
            <a:t>Sentences and paragraphs</a:t>
          </a:r>
        </a:p>
      </dgm:t>
    </dgm:pt>
    <dgm:pt modelId="{9DE6C2D6-2404-4AD0-8040-42828A5A8130}" type="parTrans" cxnId="{D34E5AFF-A3B0-4A13-B974-D4FAD3640AFA}">
      <dgm:prSet/>
      <dgm:spPr/>
      <dgm:t>
        <a:bodyPr/>
        <a:lstStyle/>
        <a:p>
          <a:endParaRPr lang="en-US" sz="2800" b="0"/>
        </a:p>
      </dgm:t>
    </dgm:pt>
    <dgm:pt modelId="{DB1D522A-04BC-4A3C-8EE8-91694DDB3D02}" type="sibTrans" cxnId="{D34E5AFF-A3B0-4A13-B974-D4FAD3640AFA}">
      <dgm:prSet/>
      <dgm:spPr/>
      <dgm:t>
        <a:bodyPr/>
        <a:lstStyle/>
        <a:p>
          <a:endParaRPr lang="en-US" sz="2800" b="0"/>
        </a:p>
      </dgm:t>
    </dgm:pt>
    <dgm:pt modelId="{3E58BB99-99C8-4EBE-A0F9-A4BD59F22E23}">
      <dgm:prSet phldrT="[Text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Use short sentences </a:t>
          </a:r>
        </a:p>
      </dgm:t>
    </dgm:pt>
    <dgm:pt modelId="{DB63E7C7-303F-40CE-A7EF-46BDDE875DA2}" type="parTrans" cxnId="{CBC5757D-2C60-407F-839D-B867E2ECD268}">
      <dgm:prSet/>
      <dgm:spPr/>
      <dgm:t>
        <a:bodyPr/>
        <a:lstStyle/>
        <a:p>
          <a:endParaRPr lang="en-US" sz="2800" b="0"/>
        </a:p>
      </dgm:t>
    </dgm:pt>
    <dgm:pt modelId="{0DDAA7E2-8E8A-48CC-AC82-5A208F536BD6}" type="sibTrans" cxnId="{CBC5757D-2C60-407F-839D-B867E2ECD268}">
      <dgm:prSet/>
      <dgm:spPr/>
      <dgm:t>
        <a:bodyPr/>
        <a:lstStyle/>
        <a:p>
          <a:endParaRPr lang="en-US" sz="2800" b="0"/>
        </a:p>
      </dgm:t>
    </dgm:pt>
    <dgm:pt modelId="{C28C9D1B-5F57-4071-B662-9D6EA49F9284}">
      <dgm:prSet phldrT="[Text]"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Cut the number of sentences</a:t>
          </a:r>
        </a:p>
      </dgm:t>
    </dgm:pt>
    <dgm:pt modelId="{CEB82EBF-075F-42B6-99C3-CCEE3D008149}" type="parTrans" cxnId="{0F639ABB-59CC-4563-B0B6-D88C7C9F306B}">
      <dgm:prSet/>
      <dgm:spPr/>
      <dgm:t>
        <a:bodyPr/>
        <a:lstStyle/>
        <a:p>
          <a:endParaRPr lang="en-US" sz="2800" b="0"/>
        </a:p>
      </dgm:t>
    </dgm:pt>
    <dgm:pt modelId="{30689A2A-9DCC-4D4D-88E2-DBD30A0861FF}" type="sibTrans" cxnId="{0F639ABB-59CC-4563-B0B6-D88C7C9F306B}">
      <dgm:prSet/>
      <dgm:spPr/>
      <dgm:t>
        <a:bodyPr/>
        <a:lstStyle/>
        <a:p>
          <a:endParaRPr lang="en-US" sz="2800" b="0"/>
        </a:p>
      </dgm:t>
    </dgm:pt>
    <dgm:pt modelId="{E05A43BA-8E19-4198-ADC0-A61628E877B3}">
      <dgm:prSet phldrT="[Text]" custT="1"/>
      <dgm:spPr>
        <a:solidFill>
          <a:schemeClr val="accent4">
            <a:lumMod val="50000"/>
          </a:schemeClr>
        </a:solidFill>
      </dgm:spPr>
      <dgm:t>
        <a:bodyPr/>
        <a:lstStyle/>
        <a:p>
          <a:r>
            <a:rPr lang="en-US" sz="2000" b="0" dirty="0"/>
            <a:t>Style</a:t>
          </a:r>
        </a:p>
      </dgm:t>
    </dgm:pt>
    <dgm:pt modelId="{CB7661BA-681F-4068-A915-2F879380F179}" type="parTrans" cxnId="{03E1FD25-39D5-470E-9D88-F8041FB8A843}">
      <dgm:prSet/>
      <dgm:spPr/>
      <dgm:t>
        <a:bodyPr/>
        <a:lstStyle/>
        <a:p>
          <a:endParaRPr lang="en-US" sz="2800" b="0"/>
        </a:p>
      </dgm:t>
    </dgm:pt>
    <dgm:pt modelId="{B28C0D3B-957F-48B3-9D9F-137AB5A7AA26}" type="sibTrans" cxnId="{03E1FD25-39D5-470E-9D88-F8041FB8A843}">
      <dgm:prSet/>
      <dgm:spPr/>
      <dgm:t>
        <a:bodyPr/>
        <a:lstStyle/>
        <a:p>
          <a:endParaRPr lang="en-US" sz="2800" b="0"/>
        </a:p>
      </dgm:t>
    </dgm:pt>
    <dgm:pt modelId="{CBA1A93F-93A6-4C6A-A8C3-70154CE1D5C5}">
      <dgm:prSet phldrT="[Text]" custT="1"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Use the active writing style</a:t>
          </a:r>
        </a:p>
      </dgm:t>
    </dgm:pt>
    <dgm:pt modelId="{533C80B0-1D1D-410D-A09A-CD638E7FE342}" type="parTrans" cxnId="{071E1F33-53E8-4C2F-ADE2-FEC4794209D4}">
      <dgm:prSet/>
      <dgm:spPr/>
      <dgm:t>
        <a:bodyPr/>
        <a:lstStyle/>
        <a:p>
          <a:endParaRPr lang="en-US" sz="2800" b="0"/>
        </a:p>
      </dgm:t>
    </dgm:pt>
    <dgm:pt modelId="{5127736E-7DB6-43BE-BDB4-A85B2960CC75}" type="sibTrans" cxnId="{071E1F33-53E8-4C2F-ADE2-FEC4794209D4}">
      <dgm:prSet/>
      <dgm:spPr/>
      <dgm:t>
        <a:bodyPr/>
        <a:lstStyle/>
        <a:p>
          <a:endParaRPr lang="en-US" sz="2800" b="0"/>
        </a:p>
      </dgm:t>
    </dgm:pt>
    <dgm:pt modelId="{223FE330-CC57-4ECB-B538-9E23B2F26AEE}">
      <dgm:prSet phldrT="[Text]" custT="1"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Use subjective opinion</a:t>
          </a:r>
        </a:p>
      </dgm:t>
    </dgm:pt>
    <dgm:pt modelId="{034CA56A-0058-4977-967A-57B7A5FF715B}" type="parTrans" cxnId="{4D57CC94-B3A1-48F8-8F38-287AA143403C}">
      <dgm:prSet/>
      <dgm:spPr/>
      <dgm:t>
        <a:bodyPr/>
        <a:lstStyle/>
        <a:p>
          <a:endParaRPr lang="en-US" sz="2800" b="0"/>
        </a:p>
      </dgm:t>
    </dgm:pt>
    <dgm:pt modelId="{186539BD-7E1C-4BEC-B07A-3A8ED41D0B3B}" type="sibTrans" cxnId="{4D57CC94-B3A1-48F8-8F38-287AA143403C}">
      <dgm:prSet/>
      <dgm:spPr/>
      <dgm:t>
        <a:bodyPr/>
        <a:lstStyle/>
        <a:p>
          <a:endParaRPr lang="en-US" sz="2800" b="0"/>
        </a:p>
      </dgm:t>
    </dgm:pt>
    <dgm:pt modelId="{281EFB90-9470-459C-9770-5ED742EA099D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Use separate sentences for separate ideas</a:t>
          </a:r>
        </a:p>
      </dgm:t>
    </dgm:pt>
    <dgm:pt modelId="{B8209D42-2744-4BDC-AA26-E040370314B6}" type="parTrans" cxnId="{A19D81AE-FB72-48CA-A270-D58B15854D02}">
      <dgm:prSet/>
      <dgm:spPr/>
      <dgm:t>
        <a:bodyPr/>
        <a:lstStyle/>
        <a:p>
          <a:endParaRPr lang="en-US" sz="2800" b="0"/>
        </a:p>
      </dgm:t>
    </dgm:pt>
    <dgm:pt modelId="{1765FD61-488C-445F-9B7E-88CB17607B63}" type="sibTrans" cxnId="{A19D81AE-FB72-48CA-A270-D58B15854D02}">
      <dgm:prSet/>
      <dgm:spPr/>
      <dgm:t>
        <a:bodyPr/>
        <a:lstStyle/>
        <a:p>
          <a:endParaRPr lang="en-US" sz="2800" b="0"/>
        </a:p>
      </dgm:t>
    </dgm:pt>
    <dgm:pt modelId="{42128E0D-AE45-44B5-9D79-D72038D70F08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Keep the paragraphs short</a:t>
          </a:r>
        </a:p>
      </dgm:t>
    </dgm:pt>
    <dgm:pt modelId="{5A820600-69CC-4D4A-A201-48B3BF75E796}" type="parTrans" cxnId="{B34696CA-E4E4-4772-94AC-7D6ECC1E0832}">
      <dgm:prSet/>
      <dgm:spPr/>
      <dgm:t>
        <a:bodyPr/>
        <a:lstStyle/>
        <a:p>
          <a:endParaRPr lang="en-US" sz="2800" b="0"/>
        </a:p>
      </dgm:t>
    </dgm:pt>
    <dgm:pt modelId="{09813385-1805-4BBC-85D2-881589D90082}" type="sibTrans" cxnId="{B34696CA-E4E4-4772-94AC-7D6ECC1E0832}">
      <dgm:prSet/>
      <dgm:spPr/>
      <dgm:t>
        <a:bodyPr/>
        <a:lstStyle/>
        <a:p>
          <a:endParaRPr lang="en-US" sz="2800" b="0"/>
        </a:p>
      </dgm:t>
    </dgm:pt>
    <dgm:pt modelId="{74988876-DB7D-4E5A-A61E-AB27807648D5}">
      <dgm:prSet custT="1"/>
      <dgm:spPr>
        <a:solidFill>
          <a:schemeClr val="accent3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Restrict a paragraph to only one idea</a:t>
          </a:r>
        </a:p>
      </dgm:t>
    </dgm:pt>
    <dgm:pt modelId="{4CE271B4-8A43-4A90-8385-609CE4A93A9F}" type="parTrans" cxnId="{109A1088-F3AF-4A87-8AB3-FD5813723DD8}">
      <dgm:prSet/>
      <dgm:spPr/>
      <dgm:t>
        <a:bodyPr/>
        <a:lstStyle/>
        <a:p>
          <a:endParaRPr lang="en-US" sz="2800" b="0"/>
        </a:p>
      </dgm:t>
    </dgm:pt>
    <dgm:pt modelId="{3568CC4C-7C45-4764-BA4F-6ED17A44BF59}" type="sibTrans" cxnId="{109A1088-F3AF-4A87-8AB3-FD5813723DD8}">
      <dgm:prSet/>
      <dgm:spPr/>
      <dgm:t>
        <a:bodyPr/>
        <a:lstStyle/>
        <a:p>
          <a:endParaRPr lang="en-US" sz="2800" b="0"/>
        </a:p>
      </dgm:t>
    </dgm:pt>
    <dgm:pt modelId="{CE95FE37-D9C4-473F-B1B0-418804237819}">
      <dgm:prSet custT="1"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Use the personal writing style</a:t>
          </a:r>
        </a:p>
      </dgm:t>
    </dgm:pt>
    <dgm:pt modelId="{F517ED52-586F-469E-B9C6-B549F14994BC}" type="parTrans" cxnId="{1F3339DD-B4E9-4155-9AE4-E897FCC80F50}">
      <dgm:prSet/>
      <dgm:spPr/>
      <dgm:t>
        <a:bodyPr/>
        <a:lstStyle/>
        <a:p>
          <a:endParaRPr lang="en-US" sz="2800" b="0"/>
        </a:p>
      </dgm:t>
    </dgm:pt>
    <dgm:pt modelId="{A964E41F-4FF9-4366-AB26-8E16878D6C1F}" type="sibTrans" cxnId="{1F3339DD-B4E9-4155-9AE4-E897FCC80F50}">
      <dgm:prSet/>
      <dgm:spPr/>
      <dgm:t>
        <a:bodyPr/>
        <a:lstStyle/>
        <a:p>
          <a:endParaRPr lang="en-US" sz="2800" b="0"/>
        </a:p>
      </dgm:t>
    </dgm:pt>
    <dgm:pt modelId="{3A02CDA4-32F0-408D-B402-FC8134A21DDD}">
      <dgm:prSet custT="1"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Write as you talk</a:t>
          </a:r>
        </a:p>
      </dgm:t>
    </dgm:pt>
    <dgm:pt modelId="{2838F065-ACB9-4F4D-BDF4-280A5B7FBD17}" type="parTrans" cxnId="{5FAEC98D-664B-4255-85C3-8D47A0AF9C15}">
      <dgm:prSet/>
      <dgm:spPr/>
      <dgm:t>
        <a:bodyPr/>
        <a:lstStyle/>
        <a:p>
          <a:endParaRPr lang="en-US" sz="2800" b="0"/>
        </a:p>
      </dgm:t>
    </dgm:pt>
    <dgm:pt modelId="{CF170B5A-BFEF-4B60-A04E-88F8488277B5}" type="sibTrans" cxnId="{5FAEC98D-664B-4255-85C3-8D47A0AF9C15}">
      <dgm:prSet/>
      <dgm:spPr/>
      <dgm:t>
        <a:bodyPr/>
        <a:lstStyle/>
        <a:p>
          <a:endParaRPr lang="en-US" sz="2800" b="0"/>
        </a:p>
      </dgm:t>
    </dgm:pt>
    <dgm:pt modelId="{6C02D11F-E826-42CC-A54D-7C4EAF632BD7}">
      <dgm:prSet custT="1"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Use specific examples</a:t>
          </a:r>
        </a:p>
      </dgm:t>
    </dgm:pt>
    <dgm:pt modelId="{0B8E833E-D81D-4CCD-A8AF-0340EF6D3EF2}" type="parTrans" cxnId="{8A282171-D8F6-40D9-ADBF-2DEBDAD9BF4E}">
      <dgm:prSet/>
      <dgm:spPr/>
      <dgm:t>
        <a:bodyPr/>
        <a:lstStyle/>
        <a:p>
          <a:endParaRPr lang="en-US" sz="2800" b="0"/>
        </a:p>
      </dgm:t>
    </dgm:pt>
    <dgm:pt modelId="{CD533047-5899-473F-8EA1-12CD927DCE9E}" type="sibTrans" cxnId="{8A282171-D8F6-40D9-ADBF-2DEBDAD9BF4E}">
      <dgm:prSet/>
      <dgm:spPr/>
      <dgm:t>
        <a:bodyPr/>
        <a:lstStyle/>
        <a:p>
          <a:endParaRPr lang="en-US" sz="2800" b="0"/>
        </a:p>
      </dgm:t>
    </dgm:pt>
    <dgm:pt modelId="{D260A753-1A6B-4BA1-994F-32DEAF60C2E5}">
      <dgm:prSet custT="1"/>
      <dgm:spPr>
        <a:solidFill>
          <a:schemeClr val="accent4">
            <a:lumMod val="40000"/>
            <a:lumOff val="60000"/>
            <a:alpha val="90000"/>
          </a:schemeClr>
        </a:solidFill>
      </dgm:spPr>
      <dgm:t>
        <a:bodyPr/>
        <a:lstStyle/>
        <a:p>
          <a:r>
            <a:rPr lang="en-US" sz="1200" b="0" dirty="0"/>
            <a:t> Read it out loud</a:t>
          </a:r>
        </a:p>
      </dgm:t>
    </dgm:pt>
    <dgm:pt modelId="{C46E7752-9397-487B-BC55-E416A3302C40}" type="parTrans" cxnId="{02CE1CC0-D38D-462D-B2AC-41C2C686C735}">
      <dgm:prSet/>
      <dgm:spPr/>
      <dgm:t>
        <a:bodyPr/>
        <a:lstStyle/>
        <a:p>
          <a:endParaRPr lang="en-US" sz="2800" b="0"/>
        </a:p>
      </dgm:t>
    </dgm:pt>
    <dgm:pt modelId="{5D8DA65E-3FCA-434E-AD90-1A2EABDA16EE}" type="sibTrans" cxnId="{02CE1CC0-D38D-462D-B2AC-41C2C686C735}">
      <dgm:prSet/>
      <dgm:spPr/>
      <dgm:t>
        <a:bodyPr/>
        <a:lstStyle/>
        <a:p>
          <a:endParaRPr lang="en-US" sz="2800" b="0"/>
        </a:p>
      </dgm:t>
    </dgm:pt>
    <dgm:pt modelId="{1495DCEB-15BC-4BEF-9F67-F1B49A7E0380}" type="pres">
      <dgm:prSet presAssocID="{5FAAE1A4-B2BB-4B0A-AD45-2FC3FC31AB78}" presName="Name0" presStyleCnt="0">
        <dgm:presLayoutVars>
          <dgm:dir/>
          <dgm:animLvl val="lvl"/>
          <dgm:resizeHandles/>
        </dgm:presLayoutVars>
      </dgm:prSet>
      <dgm:spPr/>
    </dgm:pt>
    <dgm:pt modelId="{A6096C54-D8C0-4F42-A497-C782AD1B97CF}" type="pres">
      <dgm:prSet presAssocID="{999B0837-FDF6-4B84-BEFF-997A0FB0FC2C}" presName="linNode" presStyleCnt="0"/>
      <dgm:spPr/>
    </dgm:pt>
    <dgm:pt modelId="{B3F5E340-F998-4EA8-A678-8FDF62173D95}" type="pres">
      <dgm:prSet presAssocID="{999B0837-FDF6-4B84-BEFF-997A0FB0FC2C}" presName="parentShp" presStyleLbl="node1" presStyleIdx="0" presStyleCnt="2">
        <dgm:presLayoutVars>
          <dgm:bulletEnabled val="1"/>
        </dgm:presLayoutVars>
      </dgm:prSet>
      <dgm:spPr/>
    </dgm:pt>
    <dgm:pt modelId="{9E1ED2F8-8C1E-413A-ADA6-82BC69B0DF80}" type="pres">
      <dgm:prSet presAssocID="{999B0837-FDF6-4B84-BEFF-997A0FB0FC2C}" presName="childShp" presStyleLbl="bgAccFollowNode1" presStyleIdx="0" presStyleCnt="2" custScaleY="101993">
        <dgm:presLayoutVars>
          <dgm:bulletEnabled val="1"/>
        </dgm:presLayoutVars>
      </dgm:prSet>
      <dgm:spPr/>
    </dgm:pt>
    <dgm:pt modelId="{655B90BF-736E-4C2A-ABB9-6FB847E4EDBC}" type="pres">
      <dgm:prSet presAssocID="{DB1D522A-04BC-4A3C-8EE8-91694DDB3D02}" presName="spacing" presStyleCnt="0"/>
      <dgm:spPr/>
    </dgm:pt>
    <dgm:pt modelId="{3B862714-B861-41F2-9D33-F6946CC1EC38}" type="pres">
      <dgm:prSet presAssocID="{E05A43BA-8E19-4198-ADC0-A61628E877B3}" presName="linNode" presStyleCnt="0"/>
      <dgm:spPr/>
    </dgm:pt>
    <dgm:pt modelId="{2316555D-8AE2-45D8-B8F8-100ACCD40130}" type="pres">
      <dgm:prSet presAssocID="{E05A43BA-8E19-4198-ADC0-A61628E877B3}" presName="parentShp" presStyleLbl="node1" presStyleIdx="1" presStyleCnt="2">
        <dgm:presLayoutVars>
          <dgm:bulletEnabled val="1"/>
        </dgm:presLayoutVars>
      </dgm:prSet>
      <dgm:spPr/>
    </dgm:pt>
    <dgm:pt modelId="{49DEFFBD-B5FA-4657-9DB9-5E7A279CBF1C}" type="pres">
      <dgm:prSet presAssocID="{E05A43BA-8E19-4198-ADC0-A61628E877B3}" presName="childShp" presStyleLbl="bgAccFollowNode1" presStyleIdx="1" presStyleCnt="2" custScaleY="95333">
        <dgm:presLayoutVars>
          <dgm:bulletEnabled val="1"/>
        </dgm:presLayoutVars>
      </dgm:prSet>
      <dgm:spPr/>
    </dgm:pt>
  </dgm:ptLst>
  <dgm:cxnLst>
    <dgm:cxn modelId="{3DD7A715-D72F-48EA-877C-5496B12F7479}" type="presOf" srcId="{C28C9D1B-5F57-4071-B662-9D6EA49F9284}" destId="{9E1ED2F8-8C1E-413A-ADA6-82BC69B0DF80}" srcOrd="0" destOrd="1" presId="urn:microsoft.com/office/officeart/2005/8/layout/vList6"/>
    <dgm:cxn modelId="{62EE4316-6844-463A-B52B-425666D03CB0}" type="presOf" srcId="{3A02CDA4-32F0-408D-B402-FC8134A21DDD}" destId="{49DEFFBD-B5FA-4657-9DB9-5E7A279CBF1C}" srcOrd="0" destOrd="2" presId="urn:microsoft.com/office/officeart/2005/8/layout/vList6"/>
    <dgm:cxn modelId="{72B9FB17-7761-4E1C-A560-7E70C58BFC9F}" type="presOf" srcId="{6C02D11F-E826-42CC-A54D-7C4EAF632BD7}" destId="{49DEFFBD-B5FA-4657-9DB9-5E7A279CBF1C}" srcOrd="0" destOrd="4" presId="urn:microsoft.com/office/officeart/2005/8/layout/vList6"/>
    <dgm:cxn modelId="{4609361B-AEC7-40DD-8248-ED78B755935B}" type="presOf" srcId="{74988876-DB7D-4E5A-A61E-AB27807648D5}" destId="{9E1ED2F8-8C1E-413A-ADA6-82BC69B0DF80}" srcOrd="0" destOrd="4" presId="urn:microsoft.com/office/officeart/2005/8/layout/vList6"/>
    <dgm:cxn modelId="{03E1FD25-39D5-470E-9D88-F8041FB8A843}" srcId="{5FAAE1A4-B2BB-4B0A-AD45-2FC3FC31AB78}" destId="{E05A43BA-8E19-4198-ADC0-A61628E877B3}" srcOrd="1" destOrd="0" parTransId="{CB7661BA-681F-4068-A915-2F879380F179}" sibTransId="{B28C0D3B-957F-48B3-9D9F-137AB5A7AA26}"/>
    <dgm:cxn modelId="{F5F4502B-75CE-449B-9CFD-182A37E6D136}" type="presOf" srcId="{999B0837-FDF6-4B84-BEFF-997A0FB0FC2C}" destId="{B3F5E340-F998-4EA8-A678-8FDF62173D95}" srcOrd="0" destOrd="0" presId="urn:microsoft.com/office/officeart/2005/8/layout/vList6"/>
    <dgm:cxn modelId="{071E1F33-53E8-4C2F-ADE2-FEC4794209D4}" srcId="{E05A43BA-8E19-4198-ADC0-A61628E877B3}" destId="{CBA1A93F-93A6-4C6A-A8C3-70154CE1D5C5}" srcOrd="0" destOrd="0" parTransId="{533C80B0-1D1D-410D-A09A-CD638E7FE342}" sibTransId="{5127736E-7DB6-43BE-BDB4-A85B2960CC75}"/>
    <dgm:cxn modelId="{8A282171-D8F6-40D9-ADBF-2DEBDAD9BF4E}" srcId="{E05A43BA-8E19-4198-ADC0-A61628E877B3}" destId="{6C02D11F-E826-42CC-A54D-7C4EAF632BD7}" srcOrd="4" destOrd="0" parTransId="{0B8E833E-D81D-4CCD-A8AF-0340EF6D3EF2}" sibTransId="{CD533047-5899-473F-8EA1-12CD927DCE9E}"/>
    <dgm:cxn modelId="{CBC5757D-2C60-407F-839D-B867E2ECD268}" srcId="{999B0837-FDF6-4B84-BEFF-997A0FB0FC2C}" destId="{3E58BB99-99C8-4EBE-A0F9-A4BD59F22E23}" srcOrd="0" destOrd="0" parTransId="{DB63E7C7-303F-40CE-A7EF-46BDDE875DA2}" sibTransId="{0DDAA7E2-8E8A-48CC-AC82-5A208F536BD6}"/>
    <dgm:cxn modelId="{D3FE6685-5366-4ADE-84B7-C9BBCEFE761B}" type="presOf" srcId="{D260A753-1A6B-4BA1-994F-32DEAF60C2E5}" destId="{49DEFFBD-B5FA-4657-9DB9-5E7A279CBF1C}" srcOrd="0" destOrd="5" presId="urn:microsoft.com/office/officeart/2005/8/layout/vList6"/>
    <dgm:cxn modelId="{109A1088-F3AF-4A87-8AB3-FD5813723DD8}" srcId="{999B0837-FDF6-4B84-BEFF-997A0FB0FC2C}" destId="{74988876-DB7D-4E5A-A61E-AB27807648D5}" srcOrd="4" destOrd="0" parTransId="{4CE271B4-8A43-4A90-8385-609CE4A93A9F}" sibTransId="{3568CC4C-7C45-4764-BA4F-6ED17A44BF59}"/>
    <dgm:cxn modelId="{5FAEC98D-664B-4255-85C3-8D47A0AF9C15}" srcId="{E05A43BA-8E19-4198-ADC0-A61628E877B3}" destId="{3A02CDA4-32F0-408D-B402-FC8134A21DDD}" srcOrd="2" destOrd="0" parTransId="{2838F065-ACB9-4F4D-BDF4-280A5B7FBD17}" sibTransId="{CF170B5A-BFEF-4B60-A04E-88F8488277B5}"/>
    <dgm:cxn modelId="{4D57CC94-B3A1-48F8-8F38-287AA143403C}" srcId="{E05A43BA-8E19-4198-ADC0-A61628E877B3}" destId="{223FE330-CC57-4ECB-B538-9E23B2F26AEE}" srcOrd="3" destOrd="0" parTransId="{034CA56A-0058-4977-967A-57B7A5FF715B}" sibTransId="{186539BD-7E1C-4BEC-B07A-3A8ED41D0B3B}"/>
    <dgm:cxn modelId="{F4F8D094-9935-4042-8B50-40C3759D315E}" type="presOf" srcId="{281EFB90-9470-459C-9770-5ED742EA099D}" destId="{9E1ED2F8-8C1E-413A-ADA6-82BC69B0DF80}" srcOrd="0" destOrd="2" presId="urn:microsoft.com/office/officeart/2005/8/layout/vList6"/>
    <dgm:cxn modelId="{07291E9A-DA3A-4765-99B3-F2CD1229ECEA}" type="presOf" srcId="{CBA1A93F-93A6-4C6A-A8C3-70154CE1D5C5}" destId="{49DEFFBD-B5FA-4657-9DB9-5E7A279CBF1C}" srcOrd="0" destOrd="0" presId="urn:microsoft.com/office/officeart/2005/8/layout/vList6"/>
    <dgm:cxn modelId="{018376A6-BD67-4E92-8D3B-E65D477A5171}" type="presOf" srcId="{3E58BB99-99C8-4EBE-A0F9-A4BD59F22E23}" destId="{9E1ED2F8-8C1E-413A-ADA6-82BC69B0DF80}" srcOrd="0" destOrd="0" presId="urn:microsoft.com/office/officeart/2005/8/layout/vList6"/>
    <dgm:cxn modelId="{0ECF70AB-592B-4D28-BA4B-843384A82D62}" type="presOf" srcId="{5FAAE1A4-B2BB-4B0A-AD45-2FC3FC31AB78}" destId="{1495DCEB-15BC-4BEF-9F67-F1B49A7E0380}" srcOrd="0" destOrd="0" presId="urn:microsoft.com/office/officeart/2005/8/layout/vList6"/>
    <dgm:cxn modelId="{A19D81AE-FB72-48CA-A270-D58B15854D02}" srcId="{999B0837-FDF6-4B84-BEFF-997A0FB0FC2C}" destId="{281EFB90-9470-459C-9770-5ED742EA099D}" srcOrd="2" destOrd="0" parTransId="{B8209D42-2744-4BDC-AA26-E040370314B6}" sibTransId="{1765FD61-488C-445F-9B7E-88CB17607B63}"/>
    <dgm:cxn modelId="{0F639ABB-59CC-4563-B0B6-D88C7C9F306B}" srcId="{999B0837-FDF6-4B84-BEFF-997A0FB0FC2C}" destId="{C28C9D1B-5F57-4071-B662-9D6EA49F9284}" srcOrd="1" destOrd="0" parTransId="{CEB82EBF-075F-42B6-99C3-CCEE3D008149}" sibTransId="{30689A2A-9DCC-4D4D-88E2-DBD30A0861FF}"/>
    <dgm:cxn modelId="{02CE1CC0-D38D-462D-B2AC-41C2C686C735}" srcId="{E05A43BA-8E19-4198-ADC0-A61628E877B3}" destId="{D260A753-1A6B-4BA1-994F-32DEAF60C2E5}" srcOrd="5" destOrd="0" parTransId="{C46E7752-9397-487B-BC55-E416A3302C40}" sibTransId="{5D8DA65E-3FCA-434E-AD90-1A2EABDA16EE}"/>
    <dgm:cxn modelId="{B34696CA-E4E4-4772-94AC-7D6ECC1E0832}" srcId="{999B0837-FDF6-4B84-BEFF-997A0FB0FC2C}" destId="{42128E0D-AE45-44B5-9D79-D72038D70F08}" srcOrd="3" destOrd="0" parTransId="{5A820600-69CC-4D4A-A201-48B3BF75E796}" sibTransId="{09813385-1805-4BBC-85D2-881589D90082}"/>
    <dgm:cxn modelId="{E2DE1ED2-B2C4-4131-852C-3B5C07822C8C}" type="presOf" srcId="{223FE330-CC57-4ECB-B538-9E23B2F26AEE}" destId="{49DEFFBD-B5FA-4657-9DB9-5E7A279CBF1C}" srcOrd="0" destOrd="3" presId="urn:microsoft.com/office/officeart/2005/8/layout/vList6"/>
    <dgm:cxn modelId="{A2C676D5-FDAB-48E1-A729-24A7BFFCC6EF}" type="presOf" srcId="{CE95FE37-D9C4-473F-B1B0-418804237819}" destId="{49DEFFBD-B5FA-4657-9DB9-5E7A279CBF1C}" srcOrd="0" destOrd="1" presId="urn:microsoft.com/office/officeart/2005/8/layout/vList6"/>
    <dgm:cxn modelId="{1F3339DD-B4E9-4155-9AE4-E897FCC80F50}" srcId="{E05A43BA-8E19-4198-ADC0-A61628E877B3}" destId="{CE95FE37-D9C4-473F-B1B0-418804237819}" srcOrd="1" destOrd="0" parTransId="{F517ED52-586F-469E-B9C6-B549F14994BC}" sibTransId="{A964E41F-4FF9-4366-AB26-8E16878D6C1F}"/>
    <dgm:cxn modelId="{840EA4F5-EF42-4673-AF96-CBFAE83C7231}" type="presOf" srcId="{E05A43BA-8E19-4198-ADC0-A61628E877B3}" destId="{2316555D-8AE2-45D8-B8F8-100ACCD40130}" srcOrd="0" destOrd="0" presId="urn:microsoft.com/office/officeart/2005/8/layout/vList6"/>
    <dgm:cxn modelId="{6E7B35F6-4AFD-42B3-A1B1-BE9F52BA0512}" type="presOf" srcId="{42128E0D-AE45-44B5-9D79-D72038D70F08}" destId="{9E1ED2F8-8C1E-413A-ADA6-82BC69B0DF80}" srcOrd="0" destOrd="3" presId="urn:microsoft.com/office/officeart/2005/8/layout/vList6"/>
    <dgm:cxn modelId="{D34E5AFF-A3B0-4A13-B974-D4FAD3640AFA}" srcId="{5FAAE1A4-B2BB-4B0A-AD45-2FC3FC31AB78}" destId="{999B0837-FDF6-4B84-BEFF-997A0FB0FC2C}" srcOrd="0" destOrd="0" parTransId="{9DE6C2D6-2404-4AD0-8040-42828A5A8130}" sibTransId="{DB1D522A-04BC-4A3C-8EE8-91694DDB3D02}"/>
    <dgm:cxn modelId="{169211BD-CC0B-41F7-9CAD-0F2B11BC6A89}" type="presParOf" srcId="{1495DCEB-15BC-4BEF-9F67-F1B49A7E0380}" destId="{A6096C54-D8C0-4F42-A497-C782AD1B97CF}" srcOrd="0" destOrd="0" presId="urn:microsoft.com/office/officeart/2005/8/layout/vList6"/>
    <dgm:cxn modelId="{7D9FBAFE-8D5D-4163-83DA-1218DAB7DEB3}" type="presParOf" srcId="{A6096C54-D8C0-4F42-A497-C782AD1B97CF}" destId="{B3F5E340-F998-4EA8-A678-8FDF62173D95}" srcOrd="0" destOrd="0" presId="urn:microsoft.com/office/officeart/2005/8/layout/vList6"/>
    <dgm:cxn modelId="{6F1BAA7A-1AEB-4D70-A212-6B2FE9D4486C}" type="presParOf" srcId="{A6096C54-D8C0-4F42-A497-C782AD1B97CF}" destId="{9E1ED2F8-8C1E-413A-ADA6-82BC69B0DF80}" srcOrd="1" destOrd="0" presId="urn:microsoft.com/office/officeart/2005/8/layout/vList6"/>
    <dgm:cxn modelId="{C5CE0EE3-FA80-4DCE-B378-6F698B6379BA}" type="presParOf" srcId="{1495DCEB-15BC-4BEF-9F67-F1B49A7E0380}" destId="{655B90BF-736E-4C2A-ABB9-6FB847E4EDBC}" srcOrd="1" destOrd="0" presId="urn:microsoft.com/office/officeart/2005/8/layout/vList6"/>
    <dgm:cxn modelId="{7821DF0E-3D54-4CE5-AF76-CB93C9E2ADFF}" type="presParOf" srcId="{1495DCEB-15BC-4BEF-9F67-F1B49A7E0380}" destId="{3B862714-B861-41F2-9D33-F6946CC1EC38}" srcOrd="2" destOrd="0" presId="urn:microsoft.com/office/officeart/2005/8/layout/vList6"/>
    <dgm:cxn modelId="{D7F54D0B-4156-4641-89D2-D94231975E9D}" type="presParOf" srcId="{3B862714-B861-41F2-9D33-F6946CC1EC38}" destId="{2316555D-8AE2-45D8-B8F8-100ACCD40130}" srcOrd="0" destOrd="0" presId="urn:microsoft.com/office/officeart/2005/8/layout/vList6"/>
    <dgm:cxn modelId="{D86C5939-8E2A-4C86-81A3-F11567F14488}" type="presParOf" srcId="{3B862714-B861-41F2-9D33-F6946CC1EC38}" destId="{49DEFFBD-B5FA-4657-9DB9-5E7A279CBF1C}" srcOrd="1" destOrd="0" presId="urn:microsoft.com/office/officeart/2005/8/layout/v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61F4F83-9D68-4650-BAFB-1604976B5FF2}" type="doc">
      <dgm:prSet loTypeId="urn:microsoft.com/office/officeart/2005/8/layout/vList2" loCatId="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E1275D-7DB6-44A3-9F1F-765AA1A1B9A5}">
      <dgm:prSet phldrT="[Text]" custT="1"/>
      <dgm:spPr/>
      <dgm:t>
        <a:bodyPr/>
        <a:lstStyle/>
        <a:p>
          <a:r>
            <a:rPr lang="en-US" sz="3200"/>
            <a:t>Words</a:t>
          </a:r>
          <a:endParaRPr lang="en-US" sz="3200" dirty="0"/>
        </a:p>
      </dgm:t>
    </dgm:pt>
    <dgm:pt modelId="{1DAED0A4-59D0-4B56-BB60-FBA9B4910E3C}" type="parTrans" cxnId="{77E53849-0F33-41A2-8C50-402ED6D9C053}">
      <dgm:prSet/>
      <dgm:spPr/>
      <dgm:t>
        <a:bodyPr/>
        <a:lstStyle/>
        <a:p>
          <a:endParaRPr lang="en-US"/>
        </a:p>
      </dgm:t>
    </dgm:pt>
    <dgm:pt modelId="{906EF441-68A9-4537-88ED-704B1C614B9B}" type="sibTrans" cxnId="{77E53849-0F33-41A2-8C50-402ED6D9C053}">
      <dgm:prSet/>
      <dgm:spPr/>
      <dgm:t>
        <a:bodyPr/>
        <a:lstStyle/>
        <a:p>
          <a:endParaRPr lang="en-US"/>
        </a:p>
      </dgm:t>
    </dgm:pt>
    <dgm:pt modelId="{FBB106A8-70CE-4928-B8B9-AE512A7F18DB}">
      <dgm:prSet phldrT="[Text]" custT="1"/>
      <dgm:spPr/>
      <dgm:t>
        <a:bodyPr/>
        <a:lstStyle/>
        <a:p>
          <a:r>
            <a:rPr lang="en-US" sz="2000"/>
            <a:t>Minimize the use of words that call attention to the Web</a:t>
          </a:r>
          <a:endParaRPr lang="en-US" sz="2000" dirty="0"/>
        </a:p>
      </dgm:t>
    </dgm:pt>
    <dgm:pt modelId="{B5F880EF-32BA-4EBE-8DF9-C48F9A4D818A}" type="parTrans" cxnId="{E2866F86-6858-4D78-8314-BC7D2DBA5CC1}">
      <dgm:prSet/>
      <dgm:spPr/>
      <dgm:t>
        <a:bodyPr/>
        <a:lstStyle/>
        <a:p>
          <a:endParaRPr lang="en-US"/>
        </a:p>
      </dgm:t>
    </dgm:pt>
    <dgm:pt modelId="{63360664-03F0-4E68-8BC5-262F62209C07}" type="sibTrans" cxnId="{E2866F86-6858-4D78-8314-BC7D2DBA5CC1}">
      <dgm:prSet/>
      <dgm:spPr/>
      <dgm:t>
        <a:bodyPr/>
        <a:lstStyle/>
        <a:p>
          <a:endParaRPr lang="en-US"/>
        </a:p>
      </dgm:t>
    </dgm:pt>
    <dgm:pt modelId="{5489152F-113E-4C3A-B209-1E0FF4F01ED5}">
      <dgm:prSet phldrT="[Text]" custT="1"/>
      <dgm:spPr/>
      <dgm:t>
        <a:bodyPr/>
        <a:lstStyle/>
        <a:p>
          <a:r>
            <a:rPr lang="en-US" sz="3200"/>
            <a:t>Presentation</a:t>
          </a:r>
          <a:endParaRPr lang="en-US" sz="3200" dirty="0"/>
        </a:p>
      </dgm:t>
    </dgm:pt>
    <dgm:pt modelId="{5F578E93-0655-4057-A59B-F4BB391F4067}" type="parTrans" cxnId="{853AAD14-6778-4D41-8599-92B98A0BE502}">
      <dgm:prSet/>
      <dgm:spPr/>
      <dgm:t>
        <a:bodyPr/>
        <a:lstStyle/>
        <a:p>
          <a:endParaRPr lang="en-US"/>
        </a:p>
      </dgm:t>
    </dgm:pt>
    <dgm:pt modelId="{EDAB76F5-9FBC-4CA1-A250-46AFD1D0CC36}" type="sibTrans" cxnId="{853AAD14-6778-4D41-8599-92B98A0BE502}">
      <dgm:prSet/>
      <dgm:spPr/>
      <dgm:t>
        <a:bodyPr/>
        <a:lstStyle/>
        <a:p>
          <a:endParaRPr lang="en-US"/>
        </a:p>
      </dgm:t>
    </dgm:pt>
    <dgm:pt modelId="{6AB9A822-3889-4700-9D2B-7F272A838D98}">
      <dgm:prSet phldrT="[Text]" custT="1"/>
      <dgm:spPr/>
      <dgm:t>
        <a:bodyPr/>
        <a:lstStyle/>
        <a:p>
          <a:r>
            <a:rPr lang="en-US" sz="2000"/>
            <a:t>Provide text that contrasts highly with the background</a:t>
          </a:r>
          <a:endParaRPr lang="en-US" sz="2000" dirty="0"/>
        </a:p>
      </dgm:t>
    </dgm:pt>
    <dgm:pt modelId="{330179D0-5406-4B30-BB96-61C907CE258E}" type="parTrans" cxnId="{BE5CA18F-BC67-4245-8102-8B2D4B67E50C}">
      <dgm:prSet/>
      <dgm:spPr/>
      <dgm:t>
        <a:bodyPr/>
        <a:lstStyle/>
        <a:p>
          <a:endParaRPr lang="en-US"/>
        </a:p>
      </dgm:t>
    </dgm:pt>
    <dgm:pt modelId="{82FE4DC7-990D-4418-AB7C-2F8B73853B51}" type="sibTrans" cxnId="{BE5CA18F-BC67-4245-8102-8B2D4B67E50C}">
      <dgm:prSet/>
      <dgm:spPr/>
      <dgm:t>
        <a:bodyPr/>
        <a:lstStyle/>
        <a:p>
          <a:endParaRPr lang="en-US"/>
        </a:p>
      </dgm:t>
    </dgm:pt>
    <dgm:pt modelId="{A34A1890-E25C-4834-AB80-3D34ABF5E76A}" type="pres">
      <dgm:prSet presAssocID="{E61F4F83-9D68-4650-BAFB-1604976B5FF2}" presName="linear" presStyleCnt="0">
        <dgm:presLayoutVars>
          <dgm:animLvl val="lvl"/>
          <dgm:resizeHandles val="exact"/>
        </dgm:presLayoutVars>
      </dgm:prSet>
      <dgm:spPr/>
    </dgm:pt>
    <dgm:pt modelId="{8BEDA754-2407-43E3-A623-85941C3F55A5}" type="pres">
      <dgm:prSet presAssocID="{05E1275D-7DB6-44A3-9F1F-765AA1A1B9A5}" presName="parentText" presStyleLbl="node1" presStyleIdx="0" presStyleCnt="2" custScaleY="73398">
        <dgm:presLayoutVars>
          <dgm:chMax val="0"/>
          <dgm:bulletEnabled val="1"/>
        </dgm:presLayoutVars>
      </dgm:prSet>
      <dgm:spPr/>
    </dgm:pt>
    <dgm:pt modelId="{5F6A111C-1C50-4643-BF7B-A9F6ED2A59A1}" type="pres">
      <dgm:prSet presAssocID="{05E1275D-7DB6-44A3-9F1F-765AA1A1B9A5}" presName="childText" presStyleLbl="revTx" presStyleIdx="0" presStyleCnt="2" custLinFactNeighborY="1626">
        <dgm:presLayoutVars>
          <dgm:bulletEnabled val="1"/>
        </dgm:presLayoutVars>
      </dgm:prSet>
      <dgm:spPr/>
    </dgm:pt>
    <dgm:pt modelId="{117EC0BC-C286-47A8-8044-6D01CDFB7447}" type="pres">
      <dgm:prSet presAssocID="{5489152F-113E-4C3A-B209-1E0FF4F01ED5}" presName="parentText" presStyleLbl="node1" presStyleIdx="1" presStyleCnt="2" custScaleY="79247">
        <dgm:presLayoutVars>
          <dgm:chMax val="0"/>
          <dgm:bulletEnabled val="1"/>
        </dgm:presLayoutVars>
      </dgm:prSet>
      <dgm:spPr/>
    </dgm:pt>
    <dgm:pt modelId="{89E80177-5768-4E99-A157-2160BD81A43E}" type="pres">
      <dgm:prSet presAssocID="{5489152F-113E-4C3A-B209-1E0FF4F01ED5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853AAD14-6778-4D41-8599-92B98A0BE502}" srcId="{E61F4F83-9D68-4650-BAFB-1604976B5FF2}" destId="{5489152F-113E-4C3A-B209-1E0FF4F01ED5}" srcOrd="1" destOrd="0" parTransId="{5F578E93-0655-4057-A59B-F4BB391F4067}" sibTransId="{EDAB76F5-9FBC-4CA1-A250-46AFD1D0CC36}"/>
    <dgm:cxn modelId="{77E53849-0F33-41A2-8C50-402ED6D9C053}" srcId="{E61F4F83-9D68-4650-BAFB-1604976B5FF2}" destId="{05E1275D-7DB6-44A3-9F1F-765AA1A1B9A5}" srcOrd="0" destOrd="0" parTransId="{1DAED0A4-59D0-4B56-BB60-FBA9B4910E3C}" sibTransId="{906EF441-68A9-4537-88ED-704B1C614B9B}"/>
    <dgm:cxn modelId="{E2866F86-6858-4D78-8314-BC7D2DBA5CC1}" srcId="{05E1275D-7DB6-44A3-9F1F-765AA1A1B9A5}" destId="{FBB106A8-70CE-4928-B8B9-AE512A7F18DB}" srcOrd="0" destOrd="0" parTransId="{B5F880EF-32BA-4EBE-8DF9-C48F9A4D818A}" sibTransId="{63360664-03F0-4E68-8BC5-262F62209C07}"/>
    <dgm:cxn modelId="{BE5CA18F-BC67-4245-8102-8B2D4B67E50C}" srcId="{5489152F-113E-4C3A-B209-1E0FF4F01ED5}" destId="{6AB9A822-3889-4700-9D2B-7F272A838D98}" srcOrd="0" destOrd="0" parTransId="{330179D0-5406-4B30-BB96-61C907CE258E}" sibTransId="{82FE4DC7-990D-4418-AB7C-2F8B73853B51}"/>
    <dgm:cxn modelId="{BFE6169C-ADDC-4C40-AD17-6D08E665FC69}" type="presOf" srcId="{E61F4F83-9D68-4650-BAFB-1604976B5FF2}" destId="{A34A1890-E25C-4834-AB80-3D34ABF5E76A}" srcOrd="0" destOrd="0" presId="urn:microsoft.com/office/officeart/2005/8/layout/vList2"/>
    <dgm:cxn modelId="{C0EF5BBB-D7FB-8147-AEB5-FDE95BF008D1}" type="presOf" srcId="{FBB106A8-70CE-4928-B8B9-AE512A7F18DB}" destId="{5F6A111C-1C50-4643-BF7B-A9F6ED2A59A1}" srcOrd="0" destOrd="0" presId="urn:microsoft.com/office/officeart/2005/8/layout/vList2"/>
    <dgm:cxn modelId="{652770C9-4432-EA46-955C-365E6B902090}" type="presOf" srcId="{6AB9A822-3889-4700-9D2B-7F272A838D98}" destId="{89E80177-5768-4E99-A157-2160BD81A43E}" srcOrd="0" destOrd="0" presId="urn:microsoft.com/office/officeart/2005/8/layout/vList2"/>
    <dgm:cxn modelId="{AA5B2CD4-54D7-9B4E-AD3A-3D86ADE15581}" type="presOf" srcId="{05E1275D-7DB6-44A3-9F1F-765AA1A1B9A5}" destId="{8BEDA754-2407-43E3-A623-85941C3F55A5}" srcOrd="0" destOrd="0" presId="urn:microsoft.com/office/officeart/2005/8/layout/vList2"/>
    <dgm:cxn modelId="{05FDE0EE-93C9-924E-9608-A103A1C4A083}" type="presOf" srcId="{5489152F-113E-4C3A-B209-1E0FF4F01ED5}" destId="{117EC0BC-C286-47A8-8044-6D01CDFB7447}" srcOrd="0" destOrd="0" presId="urn:microsoft.com/office/officeart/2005/8/layout/vList2"/>
    <dgm:cxn modelId="{D9304733-E77C-C34F-A950-BD43A33C9678}" type="presParOf" srcId="{A34A1890-E25C-4834-AB80-3D34ABF5E76A}" destId="{8BEDA754-2407-43E3-A623-85941C3F55A5}" srcOrd="0" destOrd="0" presId="urn:microsoft.com/office/officeart/2005/8/layout/vList2"/>
    <dgm:cxn modelId="{B16532A2-38CE-AF4D-B2DB-3AE68DF0AD89}" type="presParOf" srcId="{A34A1890-E25C-4834-AB80-3D34ABF5E76A}" destId="{5F6A111C-1C50-4643-BF7B-A9F6ED2A59A1}" srcOrd="1" destOrd="0" presId="urn:microsoft.com/office/officeart/2005/8/layout/vList2"/>
    <dgm:cxn modelId="{C34B06C4-6CF7-3940-B894-28FC28B22722}" type="presParOf" srcId="{A34A1890-E25C-4834-AB80-3D34ABF5E76A}" destId="{117EC0BC-C286-47A8-8044-6D01CDFB7447}" srcOrd="2" destOrd="0" presId="urn:microsoft.com/office/officeart/2005/8/layout/vList2"/>
    <dgm:cxn modelId="{3F99C9DB-75CF-934E-B061-7470B209A8D5}" type="presParOf" srcId="{A34A1890-E25C-4834-AB80-3D34ABF5E76A}" destId="{89E80177-5768-4E99-A157-2160BD81A43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EE92D2-EB6A-4F68-964D-5574B51BD64A}" type="doc">
      <dgm:prSet loTypeId="urn:microsoft.com/office/officeart/2005/8/layout/vList3#2" loCatId="list" qsTypeId="urn:microsoft.com/office/officeart/2005/8/quickstyle/simple2" qsCatId="simple" csTypeId="urn:microsoft.com/office/officeart/2005/8/colors/accent2_2" csCatId="accent2" phldr="1"/>
      <dgm:spPr/>
    </dgm:pt>
    <dgm:pt modelId="{019F1082-B7E5-4E28-8A59-A18C58E2DE2C}">
      <dgm:prSet phldrT="[Text]"/>
      <dgm:spPr/>
      <dgm:t>
        <a:bodyPr/>
        <a:lstStyle/>
        <a:p>
          <a:r>
            <a:rPr lang="en-US" dirty="0"/>
            <a:t>Acceptable response times.</a:t>
          </a:r>
        </a:p>
      </dgm:t>
    </dgm:pt>
    <dgm:pt modelId="{2076C7CE-1D50-4FA4-A743-1D5F0F8528D2}" type="parTrans" cxnId="{3D737626-1FF5-4096-96BB-D3DEF713F7EB}">
      <dgm:prSet/>
      <dgm:spPr/>
      <dgm:t>
        <a:bodyPr/>
        <a:lstStyle/>
        <a:p>
          <a:endParaRPr lang="en-US"/>
        </a:p>
      </dgm:t>
    </dgm:pt>
    <dgm:pt modelId="{127AB279-5C5A-4FED-8714-2B88505C0061}" type="sibTrans" cxnId="{3D737626-1FF5-4096-96BB-D3DEF713F7EB}">
      <dgm:prSet/>
      <dgm:spPr/>
      <dgm:t>
        <a:bodyPr/>
        <a:lstStyle/>
        <a:p>
          <a:endParaRPr lang="en-US"/>
        </a:p>
      </dgm:t>
    </dgm:pt>
    <dgm:pt modelId="{B08D2BC0-00E2-42E0-A0B1-25A275730A46}">
      <dgm:prSet/>
      <dgm:spPr/>
      <dgm:t>
        <a:bodyPr/>
        <a:lstStyle/>
        <a:p>
          <a:r>
            <a:rPr lang="en-US" dirty="0"/>
            <a:t>Dealing with time delays.</a:t>
          </a:r>
        </a:p>
      </dgm:t>
    </dgm:pt>
    <dgm:pt modelId="{0A61035C-DB64-4AF5-9912-4700C7184C9E}" type="parTrans" cxnId="{AE4CC195-077E-478C-B192-2815CDF61D52}">
      <dgm:prSet/>
      <dgm:spPr/>
      <dgm:t>
        <a:bodyPr/>
        <a:lstStyle/>
        <a:p>
          <a:endParaRPr lang="en-US"/>
        </a:p>
      </dgm:t>
    </dgm:pt>
    <dgm:pt modelId="{C184DC7E-6C7F-4645-84DE-7EA98B94BC95}" type="sibTrans" cxnId="{AE4CC195-077E-478C-B192-2815CDF61D52}">
      <dgm:prSet/>
      <dgm:spPr/>
      <dgm:t>
        <a:bodyPr/>
        <a:lstStyle/>
        <a:p>
          <a:endParaRPr lang="en-US"/>
        </a:p>
      </dgm:t>
    </dgm:pt>
    <dgm:pt modelId="{9976617C-FC0A-4B21-A096-17257C7F7CEF}">
      <dgm:prSet/>
      <dgm:spPr/>
      <dgm:t>
        <a:bodyPr/>
        <a:lstStyle/>
        <a:p>
          <a:r>
            <a:rPr lang="en-US" dirty="0"/>
            <a:t>Blinking for attention.</a:t>
          </a:r>
        </a:p>
      </dgm:t>
    </dgm:pt>
    <dgm:pt modelId="{6331285C-D676-4F32-AA2F-A350EE9D3C91}" type="parTrans" cxnId="{014DF938-441F-4482-94F1-99212A5B777A}">
      <dgm:prSet/>
      <dgm:spPr/>
      <dgm:t>
        <a:bodyPr/>
        <a:lstStyle/>
        <a:p>
          <a:endParaRPr lang="en-US"/>
        </a:p>
      </dgm:t>
    </dgm:pt>
    <dgm:pt modelId="{F984D4F5-FBA5-425A-AE01-4C265AAB6C06}" type="sibTrans" cxnId="{014DF938-441F-4482-94F1-99212A5B777A}">
      <dgm:prSet/>
      <dgm:spPr/>
      <dgm:t>
        <a:bodyPr/>
        <a:lstStyle/>
        <a:p>
          <a:endParaRPr lang="en-US"/>
        </a:p>
      </dgm:t>
    </dgm:pt>
    <dgm:pt modelId="{B4B51069-0DD5-48E4-A522-FE7BDD3F7B0E}">
      <dgm:prSet/>
      <dgm:spPr/>
      <dgm:t>
        <a:bodyPr/>
        <a:lstStyle/>
        <a:p>
          <a:r>
            <a:rPr lang="en-US" dirty="0"/>
            <a:t>The use of sound.</a:t>
          </a:r>
        </a:p>
      </dgm:t>
    </dgm:pt>
    <dgm:pt modelId="{7D792EEA-0D1D-4F5D-BC68-307CA97B3EFE}" type="parTrans" cxnId="{67BBC98F-00D6-44A0-A5F7-7A330D5AD701}">
      <dgm:prSet/>
      <dgm:spPr/>
      <dgm:t>
        <a:bodyPr/>
        <a:lstStyle/>
        <a:p>
          <a:endParaRPr lang="en-US"/>
        </a:p>
      </dgm:t>
    </dgm:pt>
    <dgm:pt modelId="{34B2FA9A-2436-4564-AEF9-9535F178F85C}" type="sibTrans" cxnId="{67BBC98F-00D6-44A0-A5F7-7A330D5AD701}">
      <dgm:prSet/>
      <dgm:spPr/>
      <dgm:t>
        <a:bodyPr/>
        <a:lstStyle/>
        <a:p>
          <a:endParaRPr lang="en-US"/>
        </a:p>
      </dgm:t>
    </dgm:pt>
    <dgm:pt modelId="{271C2EBC-4A0C-4A21-A820-7BA50DB22AFC}" type="pres">
      <dgm:prSet presAssocID="{28EE92D2-EB6A-4F68-964D-5574B51BD64A}" presName="linearFlow" presStyleCnt="0">
        <dgm:presLayoutVars>
          <dgm:dir/>
          <dgm:resizeHandles val="exact"/>
        </dgm:presLayoutVars>
      </dgm:prSet>
      <dgm:spPr/>
    </dgm:pt>
    <dgm:pt modelId="{FA6808CA-4B57-45BF-9C8E-6606D2206749}" type="pres">
      <dgm:prSet presAssocID="{019F1082-B7E5-4E28-8A59-A18C58E2DE2C}" presName="composite" presStyleCnt="0"/>
      <dgm:spPr/>
    </dgm:pt>
    <dgm:pt modelId="{01D04E63-A1A1-4859-BEAE-E176F433D291}" type="pres">
      <dgm:prSet presAssocID="{019F1082-B7E5-4E28-8A59-A18C58E2DE2C}" presName="imgShp" presStyleLbl="fgImgPlace1" presStyleIdx="0" presStyleCnt="4" custLinFactNeighborX="-48143" custLinFactNeighborY="-229"/>
      <dgm:spPr>
        <a:blipFill rotWithShape="0"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D8550E81-2EF4-43B5-838E-24C4AF54F5AF}" type="pres">
      <dgm:prSet presAssocID="{019F1082-B7E5-4E28-8A59-A18C58E2DE2C}" presName="txShp" presStyleLbl="node1" presStyleIdx="0" presStyleCnt="4" custScaleX="117216">
        <dgm:presLayoutVars>
          <dgm:bulletEnabled val="1"/>
        </dgm:presLayoutVars>
      </dgm:prSet>
      <dgm:spPr/>
    </dgm:pt>
    <dgm:pt modelId="{FCB87749-567A-4316-93F8-B3DCFDDB8797}" type="pres">
      <dgm:prSet presAssocID="{127AB279-5C5A-4FED-8714-2B88505C0061}" presName="spacing" presStyleCnt="0"/>
      <dgm:spPr/>
    </dgm:pt>
    <dgm:pt modelId="{4F952B27-109B-4AEC-84BF-4D99649CD79F}" type="pres">
      <dgm:prSet presAssocID="{B08D2BC0-00E2-42E0-A0B1-25A275730A46}" presName="composite" presStyleCnt="0"/>
      <dgm:spPr/>
    </dgm:pt>
    <dgm:pt modelId="{966C3F23-7A9F-467D-A36C-00AEB301FDA2}" type="pres">
      <dgm:prSet presAssocID="{B08D2BC0-00E2-42E0-A0B1-25A275730A46}" presName="imgShp" presStyleLbl="fgImgPlace1" presStyleIdx="1" presStyleCnt="4" custLinFactNeighborX="-48143"/>
      <dgm:spPr>
        <a:blipFill rotWithShape="1"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356ABEAB-FCCA-47C8-B4D4-3B27FE31DED8}" type="pres">
      <dgm:prSet presAssocID="{B08D2BC0-00E2-42E0-A0B1-25A275730A46}" presName="txShp" presStyleLbl="node1" presStyleIdx="1" presStyleCnt="4" custScaleX="117216">
        <dgm:presLayoutVars>
          <dgm:bulletEnabled val="1"/>
        </dgm:presLayoutVars>
      </dgm:prSet>
      <dgm:spPr/>
    </dgm:pt>
    <dgm:pt modelId="{59EE111B-9866-4E3F-8A23-382F4F483F8B}" type="pres">
      <dgm:prSet presAssocID="{C184DC7E-6C7F-4645-84DE-7EA98B94BC95}" presName="spacing" presStyleCnt="0"/>
      <dgm:spPr/>
    </dgm:pt>
    <dgm:pt modelId="{E3FE3FD1-42DC-4CCF-8A48-7EEE9A915BD0}" type="pres">
      <dgm:prSet presAssocID="{9976617C-FC0A-4B21-A096-17257C7F7CEF}" presName="composite" presStyleCnt="0"/>
      <dgm:spPr/>
    </dgm:pt>
    <dgm:pt modelId="{829DE671-C6AA-4F92-8DD3-3508519AFEC6}" type="pres">
      <dgm:prSet presAssocID="{9976617C-FC0A-4B21-A096-17257C7F7CEF}" presName="imgShp" presStyleLbl="fgImgPlace1" presStyleIdx="2" presStyleCnt="4" custLinFactNeighborX="-48143"/>
      <dgm:spPr>
        <a:blipFill rotWithShape="1"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00414207-EE7C-4061-8D0C-24C3DDFC38B2}" type="pres">
      <dgm:prSet presAssocID="{9976617C-FC0A-4B21-A096-17257C7F7CEF}" presName="txShp" presStyleLbl="node1" presStyleIdx="2" presStyleCnt="4" custScaleX="117216">
        <dgm:presLayoutVars>
          <dgm:bulletEnabled val="1"/>
        </dgm:presLayoutVars>
      </dgm:prSet>
      <dgm:spPr/>
    </dgm:pt>
    <dgm:pt modelId="{3F8574E6-C234-40A9-96AA-EB7CC15C7F33}" type="pres">
      <dgm:prSet presAssocID="{F984D4F5-FBA5-425A-AE01-4C265AAB6C06}" presName="spacing" presStyleCnt="0"/>
      <dgm:spPr/>
    </dgm:pt>
    <dgm:pt modelId="{39A52E3E-7B13-4B08-B1C7-F5212E1DA469}" type="pres">
      <dgm:prSet presAssocID="{B4B51069-0DD5-48E4-A522-FE7BDD3F7B0E}" presName="composite" presStyleCnt="0"/>
      <dgm:spPr/>
    </dgm:pt>
    <dgm:pt modelId="{B9060FB1-6A18-4A13-9A04-A23C55E7E6A6}" type="pres">
      <dgm:prSet presAssocID="{B4B51069-0DD5-48E4-A522-FE7BDD3F7B0E}" presName="imgShp" presStyleLbl="fgImgPlace1" presStyleIdx="3" presStyleCnt="4" custLinFactNeighborX="-48143"/>
      <dgm:spPr>
        <a:blipFill rotWithShape="1"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</dgm:spPr>
    </dgm:pt>
    <dgm:pt modelId="{F3AFB469-389D-4CCD-B62E-3C31B46D0882}" type="pres">
      <dgm:prSet presAssocID="{B4B51069-0DD5-48E4-A522-FE7BDD3F7B0E}" presName="txShp" presStyleLbl="node1" presStyleIdx="3" presStyleCnt="4" custScaleX="117216">
        <dgm:presLayoutVars>
          <dgm:bulletEnabled val="1"/>
        </dgm:presLayoutVars>
      </dgm:prSet>
      <dgm:spPr/>
    </dgm:pt>
  </dgm:ptLst>
  <dgm:cxnLst>
    <dgm:cxn modelId="{4196180E-FDFE-4F9D-AA50-4CF9652545B7}" type="presOf" srcId="{B08D2BC0-00E2-42E0-A0B1-25A275730A46}" destId="{356ABEAB-FCCA-47C8-B4D4-3B27FE31DED8}" srcOrd="0" destOrd="0" presId="urn:microsoft.com/office/officeart/2005/8/layout/vList3#2"/>
    <dgm:cxn modelId="{3D737626-1FF5-4096-96BB-D3DEF713F7EB}" srcId="{28EE92D2-EB6A-4F68-964D-5574B51BD64A}" destId="{019F1082-B7E5-4E28-8A59-A18C58E2DE2C}" srcOrd="0" destOrd="0" parTransId="{2076C7CE-1D50-4FA4-A743-1D5F0F8528D2}" sibTransId="{127AB279-5C5A-4FED-8714-2B88505C0061}"/>
    <dgm:cxn modelId="{6DA2C429-CD39-4BBE-A121-789A19700D5B}" type="presOf" srcId="{B4B51069-0DD5-48E4-A522-FE7BDD3F7B0E}" destId="{F3AFB469-389D-4CCD-B62E-3C31B46D0882}" srcOrd="0" destOrd="0" presId="urn:microsoft.com/office/officeart/2005/8/layout/vList3#2"/>
    <dgm:cxn modelId="{AB36A52A-F639-47F2-B72B-9CF62863E566}" type="presOf" srcId="{019F1082-B7E5-4E28-8A59-A18C58E2DE2C}" destId="{D8550E81-2EF4-43B5-838E-24C4AF54F5AF}" srcOrd="0" destOrd="0" presId="urn:microsoft.com/office/officeart/2005/8/layout/vList3#2"/>
    <dgm:cxn modelId="{014DF938-441F-4482-94F1-99212A5B777A}" srcId="{28EE92D2-EB6A-4F68-964D-5574B51BD64A}" destId="{9976617C-FC0A-4B21-A096-17257C7F7CEF}" srcOrd="2" destOrd="0" parTransId="{6331285C-D676-4F32-AA2F-A350EE9D3C91}" sibTransId="{F984D4F5-FBA5-425A-AE01-4C265AAB6C06}"/>
    <dgm:cxn modelId="{A61D8C64-6C76-4264-AD60-558CEA554EBE}" type="presOf" srcId="{9976617C-FC0A-4B21-A096-17257C7F7CEF}" destId="{00414207-EE7C-4061-8D0C-24C3DDFC38B2}" srcOrd="0" destOrd="0" presId="urn:microsoft.com/office/officeart/2005/8/layout/vList3#2"/>
    <dgm:cxn modelId="{0592007B-F31E-476B-917A-C50D52CAF773}" type="presOf" srcId="{28EE92D2-EB6A-4F68-964D-5574B51BD64A}" destId="{271C2EBC-4A0C-4A21-A820-7BA50DB22AFC}" srcOrd="0" destOrd="0" presId="urn:microsoft.com/office/officeart/2005/8/layout/vList3#2"/>
    <dgm:cxn modelId="{67BBC98F-00D6-44A0-A5F7-7A330D5AD701}" srcId="{28EE92D2-EB6A-4F68-964D-5574B51BD64A}" destId="{B4B51069-0DD5-48E4-A522-FE7BDD3F7B0E}" srcOrd="3" destOrd="0" parTransId="{7D792EEA-0D1D-4F5D-BC68-307CA97B3EFE}" sibTransId="{34B2FA9A-2436-4564-AEF9-9535F178F85C}"/>
    <dgm:cxn modelId="{AE4CC195-077E-478C-B192-2815CDF61D52}" srcId="{28EE92D2-EB6A-4F68-964D-5574B51BD64A}" destId="{B08D2BC0-00E2-42E0-A0B1-25A275730A46}" srcOrd="1" destOrd="0" parTransId="{0A61035C-DB64-4AF5-9912-4700C7184C9E}" sibTransId="{C184DC7E-6C7F-4645-84DE-7EA98B94BC95}"/>
    <dgm:cxn modelId="{B2925CB7-FFD4-489F-943B-CBAF50F7D187}" type="presParOf" srcId="{271C2EBC-4A0C-4A21-A820-7BA50DB22AFC}" destId="{FA6808CA-4B57-45BF-9C8E-6606D2206749}" srcOrd="0" destOrd="0" presId="urn:microsoft.com/office/officeart/2005/8/layout/vList3#2"/>
    <dgm:cxn modelId="{CCE64EB9-D7E6-45F1-A036-FCA3EAE0BE80}" type="presParOf" srcId="{FA6808CA-4B57-45BF-9C8E-6606D2206749}" destId="{01D04E63-A1A1-4859-BEAE-E176F433D291}" srcOrd="0" destOrd="0" presId="urn:microsoft.com/office/officeart/2005/8/layout/vList3#2"/>
    <dgm:cxn modelId="{84BA9DF7-9BE8-4CC2-A844-652E222FB460}" type="presParOf" srcId="{FA6808CA-4B57-45BF-9C8E-6606D2206749}" destId="{D8550E81-2EF4-43B5-838E-24C4AF54F5AF}" srcOrd="1" destOrd="0" presId="urn:microsoft.com/office/officeart/2005/8/layout/vList3#2"/>
    <dgm:cxn modelId="{3F5333E7-8E35-4796-A8D1-3FA85CCE5899}" type="presParOf" srcId="{271C2EBC-4A0C-4A21-A820-7BA50DB22AFC}" destId="{FCB87749-567A-4316-93F8-B3DCFDDB8797}" srcOrd="1" destOrd="0" presId="urn:microsoft.com/office/officeart/2005/8/layout/vList3#2"/>
    <dgm:cxn modelId="{E39DA65F-6C60-4A79-B120-16CB6F60EDEF}" type="presParOf" srcId="{271C2EBC-4A0C-4A21-A820-7BA50DB22AFC}" destId="{4F952B27-109B-4AEC-84BF-4D99649CD79F}" srcOrd="2" destOrd="0" presId="urn:microsoft.com/office/officeart/2005/8/layout/vList3#2"/>
    <dgm:cxn modelId="{F80A8289-28D8-4DD5-B5D9-978C4224D8E3}" type="presParOf" srcId="{4F952B27-109B-4AEC-84BF-4D99649CD79F}" destId="{966C3F23-7A9F-467D-A36C-00AEB301FDA2}" srcOrd="0" destOrd="0" presId="urn:microsoft.com/office/officeart/2005/8/layout/vList3#2"/>
    <dgm:cxn modelId="{30829AD7-1B51-45B4-9FB0-148693ACD430}" type="presParOf" srcId="{4F952B27-109B-4AEC-84BF-4D99649CD79F}" destId="{356ABEAB-FCCA-47C8-B4D4-3B27FE31DED8}" srcOrd="1" destOrd="0" presId="urn:microsoft.com/office/officeart/2005/8/layout/vList3#2"/>
    <dgm:cxn modelId="{19BE2434-583D-4C6B-9719-1A37B09D5CEB}" type="presParOf" srcId="{271C2EBC-4A0C-4A21-A820-7BA50DB22AFC}" destId="{59EE111B-9866-4E3F-8A23-382F4F483F8B}" srcOrd="3" destOrd="0" presId="urn:microsoft.com/office/officeart/2005/8/layout/vList3#2"/>
    <dgm:cxn modelId="{B85E9DF6-1D51-4386-9699-EB8968A61806}" type="presParOf" srcId="{271C2EBC-4A0C-4A21-A820-7BA50DB22AFC}" destId="{E3FE3FD1-42DC-4CCF-8A48-7EEE9A915BD0}" srcOrd="4" destOrd="0" presId="urn:microsoft.com/office/officeart/2005/8/layout/vList3#2"/>
    <dgm:cxn modelId="{5061548D-97A5-4E13-9F0F-53A66FC0FA58}" type="presParOf" srcId="{E3FE3FD1-42DC-4CCF-8A48-7EEE9A915BD0}" destId="{829DE671-C6AA-4F92-8DD3-3508519AFEC6}" srcOrd="0" destOrd="0" presId="urn:microsoft.com/office/officeart/2005/8/layout/vList3#2"/>
    <dgm:cxn modelId="{AC160666-71C6-470B-B6D2-D2A23585A99E}" type="presParOf" srcId="{E3FE3FD1-42DC-4CCF-8A48-7EEE9A915BD0}" destId="{00414207-EE7C-4061-8D0C-24C3DDFC38B2}" srcOrd="1" destOrd="0" presId="urn:microsoft.com/office/officeart/2005/8/layout/vList3#2"/>
    <dgm:cxn modelId="{52103822-44DC-4766-91D9-B6721386A7E5}" type="presParOf" srcId="{271C2EBC-4A0C-4A21-A820-7BA50DB22AFC}" destId="{3F8574E6-C234-40A9-96AA-EB7CC15C7F33}" srcOrd="5" destOrd="0" presId="urn:microsoft.com/office/officeart/2005/8/layout/vList3#2"/>
    <dgm:cxn modelId="{EF5B4D4C-005E-4F81-A772-1A7D36C1C53B}" type="presParOf" srcId="{271C2EBC-4A0C-4A21-A820-7BA50DB22AFC}" destId="{39A52E3E-7B13-4B08-B1C7-F5212E1DA469}" srcOrd="6" destOrd="0" presId="urn:microsoft.com/office/officeart/2005/8/layout/vList3#2"/>
    <dgm:cxn modelId="{9BA3BA43-536B-4C5F-86A4-E8A4E6DADFC8}" type="presParOf" srcId="{39A52E3E-7B13-4B08-B1C7-F5212E1DA469}" destId="{B9060FB1-6A18-4A13-9A04-A23C55E7E6A6}" srcOrd="0" destOrd="0" presId="urn:microsoft.com/office/officeart/2005/8/layout/vList3#2"/>
    <dgm:cxn modelId="{524EB718-FE27-417B-98E3-2FF3AFDD5B10}" type="presParOf" srcId="{39A52E3E-7B13-4B08-B1C7-F5212E1DA469}" destId="{F3AFB469-389D-4CCD-B62E-3C31B46D0882}" srcOrd="1" destOrd="0" presId="urn:microsoft.com/office/officeart/2005/8/layout/vList3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0C5FB87-BDA5-4868-A663-4E799A4B28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EDF62-B7C5-445D-ACFE-A7D7CBC9D4E0}">
      <dgm:prSet phldrT="[Text]"/>
      <dgm:spPr/>
      <dgm:t>
        <a:bodyPr/>
        <a:lstStyle/>
        <a:p>
          <a:r>
            <a:rPr lang="en-US" dirty="0"/>
            <a:t>The optimum response time is dependent upon the task</a:t>
          </a:r>
        </a:p>
      </dgm:t>
    </dgm:pt>
    <dgm:pt modelId="{FC0231D8-497F-426E-9BBC-F46868D16B29}" type="parTrans" cxnId="{27C7112C-C288-4E0C-846E-1475DF421DE3}">
      <dgm:prSet/>
      <dgm:spPr/>
      <dgm:t>
        <a:bodyPr/>
        <a:lstStyle/>
        <a:p>
          <a:endParaRPr lang="en-US"/>
        </a:p>
      </dgm:t>
    </dgm:pt>
    <dgm:pt modelId="{D47093A0-ADE5-4961-9C68-8B1CFC0CA6FC}" type="sibTrans" cxnId="{27C7112C-C288-4E0C-846E-1475DF421DE3}">
      <dgm:prSet/>
      <dgm:spPr/>
      <dgm:t>
        <a:bodyPr/>
        <a:lstStyle/>
        <a:p>
          <a:endParaRPr lang="en-US"/>
        </a:p>
      </dgm:t>
    </dgm:pt>
    <dgm:pt modelId="{A19366C4-838D-4B99-9AF6-04AFB1ECB1E9}">
      <dgm:prSet phldrT="[Text]"/>
      <dgm:spPr/>
      <dgm:t>
        <a:bodyPr/>
        <a:lstStyle/>
        <a:p>
          <a:r>
            <a:rPr lang="en-US" dirty="0"/>
            <a:t>Dissatisfaction with response time is a function of one’s uncertainty about delay</a:t>
          </a:r>
        </a:p>
      </dgm:t>
    </dgm:pt>
    <dgm:pt modelId="{8692EEC3-4461-4140-90F5-62F088786EA2}" type="parTrans" cxnId="{B5AA8E48-1362-4523-8A51-4304156B48CE}">
      <dgm:prSet/>
      <dgm:spPr/>
      <dgm:t>
        <a:bodyPr/>
        <a:lstStyle/>
        <a:p>
          <a:endParaRPr lang="en-US"/>
        </a:p>
      </dgm:t>
    </dgm:pt>
    <dgm:pt modelId="{4E2E23B3-DE5C-4E89-B8D6-10C940BBB691}" type="sibTrans" cxnId="{B5AA8E48-1362-4523-8A51-4304156B48CE}">
      <dgm:prSet/>
      <dgm:spPr/>
      <dgm:t>
        <a:bodyPr/>
        <a:lstStyle/>
        <a:p>
          <a:endParaRPr lang="en-US"/>
        </a:p>
      </dgm:t>
    </dgm:pt>
    <dgm:pt modelId="{0A9F1399-A283-487A-8C93-686B22F7F694}">
      <dgm:prSet phldrT="[Text]"/>
      <dgm:spPr/>
      <dgm:t>
        <a:bodyPr/>
        <a:lstStyle/>
        <a:p>
          <a:r>
            <a:rPr lang="en-US" dirty="0"/>
            <a:t>People will change work habits to conform to response time</a:t>
          </a:r>
        </a:p>
      </dgm:t>
    </dgm:pt>
    <dgm:pt modelId="{D7FCC649-8C8C-43BE-B543-D1922FC35EED}" type="parTrans" cxnId="{8DC7D77F-301D-4F27-B7A9-70B027AFF0E0}">
      <dgm:prSet/>
      <dgm:spPr/>
      <dgm:t>
        <a:bodyPr/>
        <a:lstStyle/>
        <a:p>
          <a:endParaRPr lang="en-US"/>
        </a:p>
      </dgm:t>
    </dgm:pt>
    <dgm:pt modelId="{9521B834-B4D5-44EA-B766-9EE4D7FFE3C6}" type="sibTrans" cxnId="{8DC7D77F-301D-4F27-B7A9-70B027AFF0E0}">
      <dgm:prSet/>
      <dgm:spPr/>
      <dgm:t>
        <a:bodyPr/>
        <a:lstStyle/>
        <a:p>
          <a:endParaRPr lang="en-US"/>
        </a:p>
      </dgm:t>
    </dgm:pt>
    <dgm:pt modelId="{89F98198-3038-43B3-882F-0AFCB2B7BF36}">
      <dgm:prSet phldrT="[Text]"/>
      <dgm:spPr/>
      <dgm:t>
        <a:bodyPr/>
        <a:lstStyle/>
        <a:p>
          <a:r>
            <a:rPr lang="en-US" dirty="0"/>
            <a:t>Satisfaction with response time is a function of expectations</a:t>
          </a:r>
        </a:p>
      </dgm:t>
    </dgm:pt>
    <dgm:pt modelId="{4244C9AB-808E-4054-A6EF-3877894B497C}" type="parTrans" cxnId="{51E7AB42-4B90-4914-9AAB-1C2B80EA609B}">
      <dgm:prSet/>
      <dgm:spPr/>
      <dgm:t>
        <a:bodyPr/>
        <a:lstStyle/>
        <a:p>
          <a:endParaRPr lang="en-US"/>
        </a:p>
      </dgm:t>
    </dgm:pt>
    <dgm:pt modelId="{2896C962-F730-4945-BD68-08673ABD06D3}" type="sibTrans" cxnId="{51E7AB42-4B90-4914-9AAB-1C2B80EA609B}">
      <dgm:prSet/>
      <dgm:spPr/>
      <dgm:t>
        <a:bodyPr/>
        <a:lstStyle/>
        <a:p>
          <a:endParaRPr lang="en-US"/>
        </a:p>
      </dgm:t>
    </dgm:pt>
    <dgm:pt modelId="{7A93215F-D27D-453F-B5EF-972F1CDC49AD}">
      <dgm:prSet phldrT="[Text]"/>
      <dgm:spPr/>
      <dgm:t>
        <a:bodyPr/>
        <a:lstStyle/>
        <a:p>
          <a:r>
            <a:rPr lang="en-US" dirty="0"/>
            <a:t>Constant delays are preferable to variable delays</a:t>
          </a:r>
        </a:p>
      </dgm:t>
    </dgm:pt>
    <dgm:pt modelId="{AE47C2D5-3073-4260-9D0B-4700BA01F78F}" type="parTrans" cxnId="{55636713-4900-495E-AB04-13A06B8D97BA}">
      <dgm:prSet/>
      <dgm:spPr/>
      <dgm:t>
        <a:bodyPr/>
        <a:lstStyle/>
        <a:p>
          <a:endParaRPr lang="en-US"/>
        </a:p>
      </dgm:t>
    </dgm:pt>
    <dgm:pt modelId="{6A81CD85-DC4F-4917-A142-3ABC973D056E}" type="sibTrans" cxnId="{55636713-4900-495E-AB04-13A06B8D97BA}">
      <dgm:prSet/>
      <dgm:spPr/>
      <dgm:t>
        <a:bodyPr/>
        <a:lstStyle/>
        <a:p>
          <a:endParaRPr lang="en-US"/>
        </a:p>
      </dgm:t>
    </dgm:pt>
    <dgm:pt modelId="{DA448B15-2536-4BF8-AF4B-6C358B9A8F4B}">
      <dgm:prSet phldrT="[Text]"/>
      <dgm:spPr/>
      <dgm:t>
        <a:bodyPr/>
        <a:lstStyle/>
        <a:p>
          <a:r>
            <a:rPr lang="en-US" dirty="0"/>
            <a:t>Very fast or slow response times can lead to symptoms of stress</a:t>
          </a:r>
        </a:p>
      </dgm:t>
    </dgm:pt>
    <dgm:pt modelId="{DBC05B1E-3287-409D-BDEF-B64542E1E7B1}" type="parTrans" cxnId="{8FD19034-D8A0-4A23-830C-6A14742FCF6E}">
      <dgm:prSet/>
      <dgm:spPr/>
      <dgm:t>
        <a:bodyPr/>
        <a:lstStyle/>
        <a:p>
          <a:endParaRPr lang="en-US"/>
        </a:p>
      </dgm:t>
    </dgm:pt>
    <dgm:pt modelId="{5DEF5788-8B2C-4C91-B3A6-9BE6836DE7BB}" type="sibTrans" cxnId="{8FD19034-D8A0-4A23-830C-6A14742FCF6E}">
      <dgm:prSet/>
      <dgm:spPr/>
      <dgm:t>
        <a:bodyPr/>
        <a:lstStyle/>
        <a:p>
          <a:endParaRPr lang="en-US"/>
        </a:p>
      </dgm:t>
    </dgm:pt>
    <dgm:pt modelId="{886FA7ED-A808-4E63-84B6-03968D6ED0E0}" type="pres">
      <dgm:prSet presAssocID="{E0C5FB87-BDA5-4868-A663-4E799A4B2869}" presName="linear" presStyleCnt="0">
        <dgm:presLayoutVars>
          <dgm:animLvl val="lvl"/>
          <dgm:resizeHandles val="exact"/>
        </dgm:presLayoutVars>
      </dgm:prSet>
      <dgm:spPr/>
    </dgm:pt>
    <dgm:pt modelId="{EB56D238-5DD4-4875-8B0C-16731285B034}" type="pres">
      <dgm:prSet presAssocID="{EAAEDF62-B7C5-445D-ACFE-A7D7CBC9D4E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15DA2D0A-4494-4B31-B474-3A24AA78E707}" type="pres">
      <dgm:prSet presAssocID="{D47093A0-ADE5-4961-9C68-8B1CFC0CA6FC}" presName="spacer" presStyleCnt="0"/>
      <dgm:spPr/>
    </dgm:pt>
    <dgm:pt modelId="{E1E95F99-F27D-4EA9-859E-6081505A43D9}" type="pres">
      <dgm:prSet presAssocID="{89F98198-3038-43B3-882F-0AFCB2B7BF3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DFA6AEE0-BD5B-4AFC-A56D-AD0D4212BD5C}" type="pres">
      <dgm:prSet presAssocID="{2896C962-F730-4945-BD68-08673ABD06D3}" presName="spacer" presStyleCnt="0"/>
      <dgm:spPr/>
    </dgm:pt>
    <dgm:pt modelId="{2EDEA4EF-7967-4404-A533-588B45F85B65}" type="pres">
      <dgm:prSet presAssocID="{A19366C4-838D-4B99-9AF6-04AFB1ECB1E9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48FDA522-BBEA-4514-9F6F-EE0658C3EE85}" type="pres">
      <dgm:prSet presAssocID="{4E2E23B3-DE5C-4E89-B8D6-10C940BBB691}" presName="spacer" presStyleCnt="0"/>
      <dgm:spPr/>
    </dgm:pt>
    <dgm:pt modelId="{8C7E053E-C576-4CB7-BD0F-14C8CBD4A7F0}" type="pres">
      <dgm:prSet presAssocID="{0A9F1399-A283-487A-8C93-686B22F7F694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EA60E982-C20E-42FC-9F3C-3EFBEC4D4934}" type="pres">
      <dgm:prSet presAssocID="{9521B834-B4D5-44EA-B766-9EE4D7FFE3C6}" presName="spacer" presStyleCnt="0"/>
      <dgm:spPr/>
    </dgm:pt>
    <dgm:pt modelId="{C31D4E0D-9BF1-4625-8111-6DB7E3770E57}" type="pres">
      <dgm:prSet presAssocID="{7A93215F-D27D-453F-B5EF-972F1CDC49A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46CADE34-499B-4692-9EC4-0BBF574B7B9D}" type="pres">
      <dgm:prSet presAssocID="{6A81CD85-DC4F-4917-A142-3ABC973D056E}" presName="spacer" presStyleCnt="0"/>
      <dgm:spPr/>
    </dgm:pt>
    <dgm:pt modelId="{3C38321D-9B7C-4005-ADDF-96FD16768CF0}" type="pres">
      <dgm:prSet presAssocID="{DA448B15-2536-4BF8-AF4B-6C358B9A8F4B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499A210-B6A8-4756-9357-0B3A3F55DF4B}" type="presOf" srcId="{89F98198-3038-43B3-882F-0AFCB2B7BF36}" destId="{E1E95F99-F27D-4EA9-859E-6081505A43D9}" srcOrd="0" destOrd="0" presId="urn:microsoft.com/office/officeart/2005/8/layout/vList2"/>
    <dgm:cxn modelId="{55636713-4900-495E-AB04-13A06B8D97BA}" srcId="{E0C5FB87-BDA5-4868-A663-4E799A4B2869}" destId="{7A93215F-D27D-453F-B5EF-972F1CDC49AD}" srcOrd="4" destOrd="0" parTransId="{AE47C2D5-3073-4260-9D0B-4700BA01F78F}" sibTransId="{6A81CD85-DC4F-4917-A142-3ABC973D056E}"/>
    <dgm:cxn modelId="{27C7112C-C288-4E0C-846E-1475DF421DE3}" srcId="{E0C5FB87-BDA5-4868-A663-4E799A4B2869}" destId="{EAAEDF62-B7C5-445D-ACFE-A7D7CBC9D4E0}" srcOrd="0" destOrd="0" parTransId="{FC0231D8-497F-426E-9BBC-F46868D16B29}" sibTransId="{D47093A0-ADE5-4961-9C68-8B1CFC0CA6FC}"/>
    <dgm:cxn modelId="{8FD19034-D8A0-4A23-830C-6A14742FCF6E}" srcId="{E0C5FB87-BDA5-4868-A663-4E799A4B2869}" destId="{DA448B15-2536-4BF8-AF4B-6C358B9A8F4B}" srcOrd="5" destOrd="0" parTransId="{DBC05B1E-3287-409D-BDEF-B64542E1E7B1}" sibTransId="{5DEF5788-8B2C-4C91-B3A6-9BE6836DE7BB}"/>
    <dgm:cxn modelId="{51E7AB42-4B90-4914-9AAB-1C2B80EA609B}" srcId="{E0C5FB87-BDA5-4868-A663-4E799A4B2869}" destId="{89F98198-3038-43B3-882F-0AFCB2B7BF36}" srcOrd="1" destOrd="0" parTransId="{4244C9AB-808E-4054-A6EF-3877894B497C}" sibTransId="{2896C962-F730-4945-BD68-08673ABD06D3}"/>
    <dgm:cxn modelId="{9497F843-3074-4A07-8C74-8959F47359CB}" type="presOf" srcId="{7A93215F-D27D-453F-B5EF-972F1CDC49AD}" destId="{C31D4E0D-9BF1-4625-8111-6DB7E3770E57}" srcOrd="0" destOrd="0" presId="urn:microsoft.com/office/officeart/2005/8/layout/vList2"/>
    <dgm:cxn modelId="{B5AA8E48-1362-4523-8A51-4304156B48CE}" srcId="{E0C5FB87-BDA5-4868-A663-4E799A4B2869}" destId="{A19366C4-838D-4B99-9AF6-04AFB1ECB1E9}" srcOrd="2" destOrd="0" parTransId="{8692EEC3-4461-4140-90F5-62F088786EA2}" sibTransId="{4E2E23B3-DE5C-4E89-B8D6-10C940BBB691}"/>
    <dgm:cxn modelId="{38DE5E6D-815E-4D2A-AB27-0183C4E418F7}" type="presOf" srcId="{0A9F1399-A283-487A-8C93-686B22F7F694}" destId="{8C7E053E-C576-4CB7-BD0F-14C8CBD4A7F0}" srcOrd="0" destOrd="0" presId="urn:microsoft.com/office/officeart/2005/8/layout/vList2"/>
    <dgm:cxn modelId="{F4DFEB54-C1E0-4251-9AC4-AE2F705A91DD}" type="presOf" srcId="{EAAEDF62-B7C5-445D-ACFE-A7D7CBC9D4E0}" destId="{EB56D238-5DD4-4875-8B0C-16731285B034}" srcOrd="0" destOrd="0" presId="urn:microsoft.com/office/officeart/2005/8/layout/vList2"/>
    <dgm:cxn modelId="{8DC7D77F-301D-4F27-B7A9-70B027AFF0E0}" srcId="{E0C5FB87-BDA5-4868-A663-4E799A4B2869}" destId="{0A9F1399-A283-487A-8C93-686B22F7F694}" srcOrd="3" destOrd="0" parTransId="{D7FCC649-8C8C-43BE-B543-D1922FC35EED}" sibTransId="{9521B834-B4D5-44EA-B766-9EE4D7FFE3C6}"/>
    <dgm:cxn modelId="{30792789-653B-4B52-9A63-4BA9E50DA74D}" type="presOf" srcId="{A19366C4-838D-4B99-9AF6-04AFB1ECB1E9}" destId="{2EDEA4EF-7967-4404-A533-588B45F85B65}" srcOrd="0" destOrd="0" presId="urn:microsoft.com/office/officeart/2005/8/layout/vList2"/>
    <dgm:cxn modelId="{1578028D-636B-418E-B146-09EB17C2028F}" type="presOf" srcId="{E0C5FB87-BDA5-4868-A663-4E799A4B2869}" destId="{886FA7ED-A808-4E63-84B6-03968D6ED0E0}" srcOrd="0" destOrd="0" presId="urn:microsoft.com/office/officeart/2005/8/layout/vList2"/>
    <dgm:cxn modelId="{609D85D5-A285-4BB9-8D20-00F871ECF9A9}" type="presOf" srcId="{DA448B15-2536-4BF8-AF4B-6C358B9A8F4B}" destId="{3C38321D-9B7C-4005-ADDF-96FD16768CF0}" srcOrd="0" destOrd="0" presId="urn:microsoft.com/office/officeart/2005/8/layout/vList2"/>
    <dgm:cxn modelId="{E475B163-C7FB-4921-8359-9A9DE9EE8825}" type="presParOf" srcId="{886FA7ED-A808-4E63-84B6-03968D6ED0E0}" destId="{EB56D238-5DD4-4875-8B0C-16731285B034}" srcOrd="0" destOrd="0" presId="urn:microsoft.com/office/officeart/2005/8/layout/vList2"/>
    <dgm:cxn modelId="{D5C23338-B782-4AD8-B2AA-E76066F31A4B}" type="presParOf" srcId="{886FA7ED-A808-4E63-84B6-03968D6ED0E0}" destId="{15DA2D0A-4494-4B31-B474-3A24AA78E707}" srcOrd="1" destOrd="0" presId="urn:microsoft.com/office/officeart/2005/8/layout/vList2"/>
    <dgm:cxn modelId="{C452061F-AA08-425D-8A60-74981B462346}" type="presParOf" srcId="{886FA7ED-A808-4E63-84B6-03968D6ED0E0}" destId="{E1E95F99-F27D-4EA9-859E-6081505A43D9}" srcOrd="2" destOrd="0" presId="urn:microsoft.com/office/officeart/2005/8/layout/vList2"/>
    <dgm:cxn modelId="{331CA0B2-1278-4492-AAC0-BB64F9B3C29A}" type="presParOf" srcId="{886FA7ED-A808-4E63-84B6-03968D6ED0E0}" destId="{DFA6AEE0-BD5B-4AFC-A56D-AD0D4212BD5C}" srcOrd="3" destOrd="0" presId="urn:microsoft.com/office/officeart/2005/8/layout/vList2"/>
    <dgm:cxn modelId="{B157014E-96B8-4C3F-B500-31C80AEF948F}" type="presParOf" srcId="{886FA7ED-A808-4E63-84B6-03968D6ED0E0}" destId="{2EDEA4EF-7967-4404-A533-588B45F85B65}" srcOrd="4" destOrd="0" presId="urn:microsoft.com/office/officeart/2005/8/layout/vList2"/>
    <dgm:cxn modelId="{1ABEF7CE-F599-4B65-86A2-BF4B076E68D9}" type="presParOf" srcId="{886FA7ED-A808-4E63-84B6-03968D6ED0E0}" destId="{48FDA522-BBEA-4514-9F6F-EE0658C3EE85}" srcOrd="5" destOrd="0" presId="urn:microsoft.com/office/officeart/2005/8/layout/vList2"/>
    <dgm:cxn modelId="{9834BA9E-4DFA-443E-8353-344FAB54BD12}" type="presParOf" srcId="{886FA7ED-A808-4E63-84B6-03968D6ED0E0}" destId="{8C7E053E-C576-4CB7-BD0F-14C8CBD4A7F0}" srcOrd="6" destOrd="0" presId="urn:microsoft.com/office/officeart/2005/8/layout/vList2"/>
    <dgm:cxn modelId="{CAE6F560-148A-470D-A746-924ACEE8A4FF}" type="presParOf" srcId="{886FA7ED-A808-4E63-84B6-03968D6ED0E0}" destId="{EA60E982-C20E-42FC-9F3C-3EFBEC4D4934}" srcOrd="7" destOrd="0" presId="urn:microsoft.com/office/officeart/2005/8/layout/vList2"/>
    <dgm:cxn modelId="{D258DEAD-3DE1-469C-B88B-93B74A6944B9}" type="presParOf" srcId="{886FA7ED-A808-4E63-84B6-03968D6ED0E0}" destId="{C31D4E0D-9BF1-4625-8111-6DB7E3770E57}" srcOrd="8" destOrd="0" presId="urn:microsoft.com/office/officeart/2005/8/layout/vList2"/>
    <dgm:cxn modelId="{B490E853-6194-4FD1-A1B2-53E3916E61AF}" type="presParOf" srcId="{886FA7ED-A808-4E63-84B6-03968D6ED0E0}" destId="{46CADE34-499B-4692-9EC4-0BBF574B7B9D}" srcOrd="9" destOrd="0" presId="urn:microsoft.com/office/officeart/2005/8/layout/vList2"/>
    <dgm:cxn modelId="{41F05ACC-9F88-40BB-8881-2CD9A312F27E}" type="presParOf" srcId="{886FA7ED-A808-4E63-84B6-03968D6ED0E0}" destId="{3C38321D-9B7C-4005-ADDF-96FD16768CF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D2A7AA0-59D8-41F1-A7C8-5B419004A716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21AB3BEC-DAC4-4DBC-9055-E838921D51EC}">
      <dgm:prSet custT="1"/>
      <dgm:spPr/>
      <dgm:t>
        <a:bodyPr/>
        <a:lstStyle/>
        <a:p>
          <a:pPr rtl="0"/>
          <a:r>
            <a:rPr lang="en-US" sz="1400" dirty="0"/>
            <a:t>Error</a:t>
          </a:r>
          <a:endParaRPr lang="en-US" sz="1400" b="0" dirty="0"/>
        </a:p>
      </dgm:t>
    </dgm:pt>
    <dgm:pt modelId="{C368E677-0AE0-4118-861A-5D81DD2E9FBD}" type="parTrans" cxnId="{51883360-EA0D-4A1E-9B73-EFA5BE291D6D}">
      <dgm:prSet/>
      <dgm:spPr/>
      <dgm:t>
        <a:bodyPr/>
        <a:lstStyle/>
        <a:p>
          <a:endParaRPr lang="en-US" sz="1400"/>
        </a:p>
      </dgm:t>
    </dgm:pt>
    <dgm:pt modelId="{3129A0AB-C6AD-4EC2-96D3-9A603D59ED88}" type="sibTrans" cxnId="{51883360-EA0D-4A1E-9B73-EFA5BE291D6D}">
      <dgm:prSet/>
      <dgm:spPr/>
      <dgm:t>
        <a:bodyPr/>
        <a:lstStyle/>
        <a:p>
          <a:endParaRPr lang="en-US" sz="1400"/>
        </a:p>
      </dgm:t>
    </dgm:pt>
    <dgm:pt modelId="{86ECE8A6-DDCB-4293-889C-2633FC8A4B40}">
      <dgm:prSet custT="1"/>
      <dgm:spPr/>
      <dgm:t>
        <a:bodyPr/>
        <a:lstStyle/>
        <a:p>
          <a:pPr rtl="0"/>
          <a:r>
            <a:rPr lang="en-US" sz="1400" b="0" dirty="0"/>
            <a:t>Slip  </a:t>
          </a:r>
        </a:p>
      </dgm:t>
    </dgm:pt>
    <dgm:pt modelId="{B4D5F8EB-5071-4456-88DD-58F63844C7D5}" type="parTrans" cxnId="{2A58708E-C11C-4052-BA91-2E461F32B6C8}">
      <dgm:prSet custT="1"/>
      <dgm:spPr/>
      <dgm:t>
        <a:bodyPr/>
        <a:lstStyle/>
        <a:p>
          <a:endParaRPr lang="en-US" sz="300"/>
        </a:p>
      </dgm:t>
    </dgm:pt>
    <dgm:pt modelId="{A9460E2A-2ECA-4333-A6A9-C4542571710D}" type="sibTrans" cxnId="{2A58708E-C11C-4052-BA91-2E461F32B6C8}">
      <dgm:prSet/>
      <dgm:spPr/>
      <dgm:t>
        <a:bodyPr/>
        <a:lstStyle/>
        <a:p>
          <a:endParaRPr lang="en-US" sz="1400"/>
        </a:p>
      </dgm:t>
    </dgm:pt>
    <dgm:pt modelId="{262040AC-5C74-49E7-A4DD-B86BB8723BA0}">
      <dgm:prSet custT="1"/>
      <dgm:spPr/>
      <dgm:t>
        <a:bodyPr/>
        <a:lstStyle/>
        <a:p>
          <a:pPr rtl="0"/>
          <a:r>
            <a:rPr lang="en-US" sz="1400" b="0" dirty="0"/>
            <a:t>Mistakes</a:t>
          </a:r>
        </a:p>
      </dgm:t>
    </dgm:pt>
    <dgm:pt modelId="{A5D98DB7-6666-424B-9540-39585190F003}" type="parTrans" cxnId="{4A5DBC6A-6362-4DB1-852D-80C3746C02CD}">
      <dgm:prSet custT="1"/>
      <dgm:spPr/>
      <dgm:t>
        <a:bodyPr/>
        <a:lstStyle/>
        <a:p>
          <a:endParaRPr lang="en-US" sz="300"/>
        </a:p>
      </dgm:t>
    </dgm:pt>
    <dgm:pt modelId="{C80419F6-7DA2-4933-991A-34C0A713E8C0}" type="sibTrans" cxnId="{4A5DBC6A-6362-4DB1-852D-80C3746C02CD}">
      <dgm:prSet/>
      <dgm:spPr/>
      <dgm:t>
        <a:bodyPr/>
        <a:lstStyle/>
        <a:p>
          <a:endParaRPr lang="en-US" sz="1400"/>
        </a:p>
      </dgm:t>
    </dgm:pt>
    <dgm:pt modelId="{854190C2-4313-46BC-8746-DDE8B40037F9}">
      <dgm:prSet custT="1"/>
      <dgm:spPr/>
      <dgm:t>
        <a:bodyPr/>
        <a:lstStyle/>
        <a:p>
          <a:pPr rtl="0"/>
          <a:r>
            <a:rPr lang="en-US" sz="1400" b="0" dirty="0"/>
            <a:t>automatic behavior </a:t>
          </a:r>
          <a:endParaRPr lang="id-ID" sz="1400" b="0" dirty="0"/>
        </a:p>
        <a:p>
          <a:pPr rtl="0"/>
          <a:r>
            <a:rPr lang="en-US" sz="1400" b="0" dirty="0"/>
            <a:t>gone awry</a:t>
          </a:r>
        </a:p>
      </dgm:t>
    </dgm:pt>
    <dgm:pt modelId="{84F08C59-5C70-4E21-A203-DCB265DE961C}" type="parTrans" cxnId="{E777FCD7-4C48-4E26-AC59-6EE766732A32}">
      <dgm:prSet custT="1"/>
      <dgm:spPr/>
      <dgm:t>
        <a:bodyPr/>
        <a:lstStyle/>
        <a:p>
          <a:endParaRPr lang="en-US" sz="300"/>
        </a:p>
      </dgm:t>
    </dgm:pt>
    <dgm:pt modelId="{AAE320F9-7D60-4AD4-8A92-2AFAB21AFD57}" type="sibTrans" cxnId="{E777FCD7-4C48-4E26-AC59-6EE766732A32}">
      <dgm:prSet/>
      <dgm:spPr/>
      <dgm:t>
        <a:bodyPr/>
        <a:lstStyle/>
        <a:p>
          <a:endParaRPr lang="en-US" sz="1400"/>
        </a:p>
      </dgm:t>
    </dgm:pt>
    <dgm:pt modelId="{28E963D1-80BA-4AA2-A420-4C6DC8EC1C8D}">
      <dgm:prSet custT="1"/>
      <dgm:spPr/>
      <dgm:t>
        <a:bodyPr/>
        <a:lstStyle/>
        <a:p>
          <a:pPr rtl="0"/>
          <a:r>
            <a:rPr lang="en-US" sz="1400" b="0" dirty="0"/>
            <a:t>results from forming </a:t>
          </a:r>
          <a:endParaRPr lang="id-ID" sz="1400" b="0" dirty="0"/>
        </a:p>
        <a:p>
          <a:pPr rtl="0"/>
          <a:r>
            <a:rPr lang="en-US" sz="1400" b="0" dirty="0"/>
            <a:t>a wrong model or </a:t>
          </a:r>
          <a:endParaRPr lang="id-ID" sz="1400" b="0" dirty="0"/>
        </a:p>
        <a:p>
          <a:pPr rtl="0"/>
          <a:r>
            <a:rPr lang="en-US" sz="1400" b="0" dirty="0"/>
            <a:t>goal and </a:t>
          </a:r>
          <a:endParaRPr lang="id-ID" sz="1400" b="0" dirty="0"/>
        </a:p>
        <a:p>
          <a:pPr rtl="0"/>
          <a:r>
            <a:rPr lang="en-US" sz="1400" b="0" dirty="0"/>
            <a:t>then acting on it</a:t>
          </a:r>
        </a:p>
      </dgm:t>
    </dgm:pt>
    <dgm:pt modelId="{AC96CC17-BD48-4DBC-8659-517218BC82A2}" type="parTrans" cxnId="{4BFD33C9-0E5E-4F50-BAE8-7D295233D0DC}">
      <dgm:prSet custT="1"/>
      <dgm:spPr/>
      <dgm:t>
        <a:bodyPr/>
        <a:lstStyle/>
        <a:p>
          <a:endParaRPr lang="en-US" sz="300"/>
        </a:p>
      </dgm:t>
    </dgm:pt>
    <dgm:pt modelId="{B84A5CFC-DBF5-4AEC-8108-76911534A392}" type="sibTrans" cxnId="{4BFD33C9-0E5E-4F50-BAE8-7D295233D0DC}">
      <dgm:prSet/>
      <dgm:spPr/>
      <dgm:t>
        <a:bodyPr/>
        <a:lstStyle/>
        <a:p>
          <a:endParaRPr lang="en-US" sz="1400"/>
        </a:p>
      </dgm:t>
    </dgm:pt>
    <dgm:pt modelId="{43057A30-2D2C-437C-8FEC-7F0796CBC2BE}" type="pres">
      <dgm:prSet presAssocID="{AD2A7AA0-59D8-41F1-A7C8-5B419004A71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CBC09FE-7FC8-4928-AE61-EA55EEF2AD62}" type="pres">
      <dgm:prSet presAssocID="{21AB3BEC-DAC4-4DBC-9055-E838921D51EC}" presName="root1" presStyleCnt="0"/>
      <dgm:spPr/>
    </dgm:pt>
    <dgm:pt modelId="{091CBD76-05D1-4A64-81DF-0B5242534E30}" type="pres">
      <dgm:prSet presAssocID="{21AB3BEC-DAC4-4DBC-9055-E838921D51EC}" presName="LevelOneTextNode" presStyleLbl="node0" presStyleIdx="0" presStyleCnt="1" custScaleY="127251" custLinFactNeighborX="699" custLinFactNeighborY="-35676">
        <dgm:presLayoutVars>
          <dgm:chPref val="3"/>
        </dgm:presLayoutVars>
      </dgm:prSet>
      <dgm:spPr/>
    </dgm:pt>
    <dgm:pt modelId="{B77D6BC2-3731-4015-BB92-8B903239354C}" type="pres">
      <dgm:prSet presAssocID="{21AB3BEC-DAC4-4DBC-9055-E838921D51EC}" presName="level2hierChild" presStyleCnt="0"/>
      <dgm:spPr/>
    </dgm:pt>
    <dgm:pt modelId="{5A1DF63D-F5A4-4757-AD76-AB69129A5935}" type="pres">
      <dgm:prSet presAssocID="{B4D5F8EB-5071-4456-88DD-58F63844C7D5}" presName="conn2-1" presStyleLbl="parChTrans1D2" presStyleIdx="0" presStyleCnt="2"/>
      <dgm:spPr/>
    </dgm:pt>
    <dgm:pt modelId="{40F77606-D6D2-4588-9E3E-7E96CAB33BB8}" type="pres">
      <dgm:prSet presAssocID="{B4D5F8EB-5071-4456-88DD-58F63844C7D5}" presName="connTx" presStyleLbl="parChTrans1D2" presStyleIdx="0" presStyleCnt="2"/>
      <dgm:spPr/>
    </dgm:pt>
    <dgm:pt modelId="{81849295-34D1-4B68-B11B-0F3136934942}" type="pres">
      <dgm:prSet presAssocID="{86ECE8A6-DDCB-4293-889C-2633FC8A4B40}" presName="root2" presStyleCnt="0"/>
      <dgm:spPr/>
    </dgm:pt>
    <dgm:pt modelId="{5348E758-7EFC-43C0-9BF1-FDFD03F7F511}" type="pres">
      <dgm:prSet presAssocID="{86ECE8A6-DDCB-4293-889C-2633FC8A4B40}" presName="LevelTwoTextNode" presStyleLbl="node2" presStyleIdx="0" presStyleCnt="2" custScaleY="127251" custLinFactNeighborX="699" custLinFactNeighborY="-35676">
        <dgm:presLayoutVars>
          <dgm:chPref val="3"/>
        </dgm:presLayoutVars>
      </dgm:prSet>
      <dgm:spPr/>
    </dgm:pt>
    <dgm:pt modelId="{A450F1C4-8CC0-4FB3-97D2-CF4C73D8B6A4}" type="pres">
      <dgm:prSet presAssocID="{86ECE8A6-DDCB-4293-889C-2633FC8A4B40}" presName="level3hierChild" presStyleCnt="0"/>
      <dgm:spPr/>
    </dgm:pt>
    <dgm:pt modelId="{B46AB957-220E-48CE-9A1D-AB8856100506}" type="pres">
      <dgm:prSet presAssocID="{84F08C59-5C70-4E21-A203-DCB265DE961C}" presName="conn2-1" presStyleLbl="parChTrans1D3" presStyleIdx="0" presStyleCnt="2"/>
      <dgm:spPr/>
    </dgm:pt>
    <dgm:pt modelId="{6CAADC1F-1BB9-4528-B2E7-55F031BB85BC}" type="pres">
      <dgm:prSet presAssocID="{84F08C59-5C70-4E21-A203-DCB265DE961C}" presName="connTx" presStyleLbl="parChTrans1D3" presStyleIdx="0" presStyleCnt="2"/>
      <dgm:spPr/>
    </dgm:pt>
    <dgm:pt modelId="{657CCD50-2A65-4889-B4BE-4CAB5FF8B7BE}" type="pres">
      <dgm:prSet presAssocID="{854190C2-4313-46BC-8746-DDE8B40037F9}" presName="root2" presStyleCnt="0"/>
      <dgm:spPr/>
    </dgm:pt>
    <dgm:pt modelId="{F4AFB978-AC6D-4945-A7C1-D6EA6E547469}" type="pres">
      <dgm:prSet presAssocID="{854190C2-4313-46BC-8746-DDE8B40037F9}" presName="LevelTwoTextNode" presStyleLbl="node3" presStyleIdx="0" presStyleCnt="2" custScaleX="137795" custScaleY="86402" custLinFactNeighborX="699" custLinFactNeighborY="-35676">
        <dgm:presLayoutVars>
          <dgm:chPref val="3"/>
        </dgm:presLayoutVars>
      </dgm:prSet>
      <dgm:spPr/>
    </dgm:pt>
    <dgm:pt modelId="{DE3F6F7B-913C-4D14-8B71-EDE1B253580E}" type="pres">
      <dgm:prSet presAssocID="{854190C2-4313-46BC-8746-DDE8B40037F9}" presName="level3hierChild" presStyleCnt="0"/>
      <dgm:spPr/>
    </dgm:pt>
    <dgm:pt modelId="{FDC53801-A3C8-4D8A-8D5B-9737A788F8B2}" type="pres">
      <dgm:prSet presAssocID="{A5D98DB7-6666-424B-9540-39585190F003}" presName="conn2-1" presStyleLbl="parChTrans1D2" presStyleIdx="1" presStyleCnt="2"/>
      <dgm:spPr/>
    </dgm:pt>
    <dgm:pt modelId="{4B7C7B6E-70B7-4BB6-B4A0-E36EF6A816F2}" type="pres">
      <dgm:prSet presAssocID="{A5D98DB7-6666-424B-9540-39585190F003}" presName="connTx" presStyleLbl="parChTrans1D2" presStyleIdx="1" presStyleCnt="2"/>
      <dgm:spPr/>
    </dgm:pt>
    <dgm:pt modelId="{00E5CD11-7197-4741-A31B-2561A5954E55}" type="pres">
      <dgm:prSet presAssocID="{262040AC-5C74-49E7-A4DD-B86BB8723BA0}" presName="root2" presStyleCnt="0"/>
      <dgm:spPr/>
    </dgm:pt>
    <dgm:pt modelId="{C246A6AB-491C-4452-ABFB-7E57821DA42F}" type="pres">
      <dgm:prSet presAssocID="{262040AC-5C74-49E7-A4DD-B86BB8723BA0}" presName="LevelTwoTextNode" presStyleLbl="node2" presStyleIdx="1" presStyleCnt="2" custScaleY="127251" custLinFactNeighborX="699" custLinFactNeighborY="-35676">
        <dgm:presLayoutVars>
          <dgm:chPref val="3"/>
        </dgm:presLayoutVars>
      </dgm:prSet>
      <dgm:spPr/>
    </dgm:pt>
    <dgm:pt modelId="{298A623D-C8CB-4C3C-AF46-322787A5F10E}" type="pres">
      <dgm:prSet presAssocID="{262040AC-5C74-49E7-A4DD-B86BB8723BA0}" presName="level3hierChild" presStyleCnt="0"/>
      <dgm:spPr/>
    </dgm:pt>
    <dgm:pt modelId="{34FA7647-8720-406D-8311-A6B98357AAC5}" type="pres">
      <dgm:prSet presAssocID="{AC96CC17-BD48-4DBC-8659-517218BC82A2}" presName="conn2-1" presStyleLbl="parChTrans1D3" presStyleIdx="1" presStyleCnt="2"/>
      <dgm:spPr/>
    </dgm:pt>
    <dgm:pt modelId="{964F862B-1D65-49A5-8D30-3B0E7FC75DF6}" type="pres">
      <dgm:prSet presAssocID="{AC96CC17-BD48-4DBC-8659-517218BC82A2}" presName="connTx" presStyleLbl="parChTrans1D3" presStyleIdx="1" presStyleCnt="2"/>
      <dgm:spPr/>
    </dgm:pt>
    <dgm:pt modelId="{45747548-43FA-4B5D-A568-AAE24AF20EB7}" type="pres">
      <dgm:prSet presAssocID="{28E963D1-80BA-4AA2-A420-4C6DC8EC1C8D}" presName="root2" presStyleCnt="0"/>
      <dgm:spPr/>
    </dgm:pt>
    <dgm:pt modelId="{48966813-A944-4A67-8C1A-B67683F8F151}" type="pres">
      <dgm:prSet presAssocID="{28E963D1-80BA-4AA2-A420-4C6DC8EC1C8D}" presName="LevelTwoTextNode" presStyleLbl="node3" presStyleIdx="1" presStyleCnt="2" custScaleX="137795" custScaleY="178363" custLinFactNeighborX="699" custLinFactNeighborY="-35676">
        <dgm:presLayoutVars>
          <dgm:chPref val="3"/>
        </dgm:presLayoutVars>
      </dgm:prSet>
      <dgm:spPr/>
    </dgm:pt>
    <dgm:pt modelId="{F72B750D-FA27-45CA-9554-0CD42B427FB3}" type="pres">
      <dgm:prSet presAssocID="{28E963D1-80BA-4AA2-A420-4C6DC8EC1C8D}" presName="level3hierChild" presStyleCnt="0"/>
      <dgm:spPr/>
    </dgm:pt>
  </dgm:ptLst>
  <dgm:cxnLst>
    <dgm:cxn modelId="{25D63C2D-3D90-495A-9DF7-2ABFCFB4B41F}" type="presOf" srcId="{A5D98DB7-6666-424B-9540-39585190F003}" destId="{FDC53801-A3C8-4D8A-8D5B-9737A788F8B2}" srcOrd="0" destOrd="0" presId="urn:microsoft.com/office/officeart/2005/8/layout/hierarchy2"/>
    <dgm:cxn modelId="{29AF4030-D3DF-4F02-A2BA-8CD6451F76E2}" type="presOf" srcId="{86ECE8A6-DDCB-4293-889C-2633FC8A4B40}" destId="{5348E758-7EFC-43C0-9BF1-FDFD03F7F511}" srcOrd="0" destOrd="0" presId="urn:microsoft.com/office/officeart/2005/8/layout/hierarchy2"/>
    <dgm:cxn modelId="{51883360-EA0D-4A1E-9B73-EFA5BE291D6D}" srcId="{AD2A7AA0-59D8-41F1-A7C8-5B419004A716}" destId="{21AB3BEC-DAC4-4DBC-9055-E838921D51EC}" srcOrd="0" destOrd="0" parTransId="{C368E677-0AE0-4118-861A-5D81DD2E9FBD}" sibTransId="{3129A0AB-C6AD-4EC2-96D3-9A603D59ED88}"/>
    <dgm:cxn modelId="{D5F36461-D362-4244-B7DD-025247CD9CF4}" type="presOf" srcId="{854190C2-4313-46BC-8746-DDE8B40037F9}" destId="{F4AFB978-AC6D-4945-A7C1-D6EA6E547469}" srcOrd="0" destOrd="0" presId="urn:microsoft.com/office/officeart/2005/8/layout/hierarchy2"/>
    <dgm:cxn modelId="{D841C043-3C67-4FF5-B494-FB824CA5B144}" type="presOf" srcId="{84F08C59-5C70-4E21-A203-DCB265DE961C}" destId="{6CAADC1F-1BB9-4528-B2E7-55F031BB85BC}" srcOrd="1" destOrd="0" presId="urn:microsoft.com/office/officeart/2005/8/layout/hierarchy2"/>
    <dgm:cxn modelId="{4A5DBC6A-6362-4DB1-852D-80C3746C02CD}" srcId="{21AB3BEC-DAC4-4DBC-9055-E838921D51EC}" destId="{262040AC-5C74-49E7-A4DD-B86BB8723BA0}" srcOrd="1" destOrd="0" parTransId="{A5D98DB7-6666-424B-9540-39585190F003}" sibTransId="{C80419F6-7DA2-4933-991A-34C0A713E8C0}"/>
    <dgm:cxn modelId="{D9DDDB51-D68E-4076-9441-0CAA6E24E9D8}" type="presOf" srcId="{AC96CC17-BD48-4DBC-8659-517218BC82A2}" destId="{964F862B-1D65-49A5-8D30-3B0E7FC75DF6}" srcOrd="1" destOrd="0" presId="urn:microsoft.com/office/officeart/2005/8/layout/hierarchy2"/>
    <dgm:cxn modelId="{EF084456-718E-454A-9E27-D56CCB305A0A}" type="presOf" srcId="{B4D5F8EB-5071-4456-88DD-58F63844C7D5}" destId="{5A1DF63D-F5A4-4757-AD76-AB69129A5935}" srcOrd="0" destOrd="0" presId="urn:microsoft.com/office/officeart/2005/8/layout/hierarchy2"/>
    <dgm:cxn modelId="{A4391477-7677-4F84-921C-B7DB1C4EED2A}" type="presOf" srcId="{84F08C59-5C70-4E21-A203-DCB265DE961C}" destId="{B46AB957-220E-48CE-9A1D-AB8856100506}" srcOrd="0" destOrd="0" presId="urn:microsoft.com/office/officeart/2005/8/layout/hierarchy2"/>
    <dgm:cxn modelId="{F90F7B85-EEE2-4198-B121-3991515BD152}" type="presOf" srcId="{AD2A7AA0-59D8-41F1-A7C8-5B419004A716}" destId="{43057A30-2D2C-437C-8FEC-7F0796CBC2BE}" srcOrd="0" destOrd="0" presId="urn:microsoft.com/office/officeart/2005/8/layout/hierarchy2"/>
    <dgm:cxn modelId="{2A58708E-C11C-4052-BA91-2E461F32B6C8}" srcId="{21AB3BEC-DAC4-4DBC-9055-E838921D51EC}" destId="{86ECE8A6-DDCB-4293-889C-2633FC8A4B40}" srcOrd="0" destOrd="0" parTransId="{B4D5F8EB-5071-4456-88DD-58F63844C7D5}" sibTransId="{A9460E2A-2ECA-4333-A6A9-C4542571710D}"/>
    <dgm:cxn modelId="{634281AC-E742-40C5-9D0F-01C25A495648}" type="presOf" srcId="{262040AC-5C74-49E7-A4DD-B86BB8723BA0}" destId="{C246A6AB-491C-4452-ABFB-7E57821DA42F}" srcOrd="0" destOrd="0" presId="urn:microsoft.com/office/officeart/2005/8/layout/hierarchy2"/>
    <dgm:cxn modelId="{4BFD33C9-0E5E-4F50-BAE8-7D295233D0DC}" srcId="{262040AC-5C74-49E7-A4DD-B86BB8723BA0}" destId="{28E963D1-80BA-4AA2-A420-4C6DC8EC1C8D}" srcOrd="0" destOrd="0" parTransId="{AC96CC17-BD48-4DBC-8659-517218BC82A2}" sibTransId="{B84A5CFC-DBF5-4AEC-8108-76911534A392}"/>
    <dgm:cxn modelId="{3BEFE8D3-45B3-4B72-9AE4-11E1737508B2}" type="presOf" srcId="{21AB3BEC-DAC4-4DBC-9055-E838921D51EC}" destId="{091CBD76-05D1-4A64-81DF-0B5242534E30}" srcOrd="0" destOrd="0" presId="urn:microsoft.com/office/officeart/2005/8/layout/hierarchy2"/>
    <dgm:cxn modelId="{E777FCD7-4C48-4E26-AC59-6EE766732A32}" srcId="{86ECE8A6-DDCB-4293-889C-2633FC8A4B40}" destId="{854190C2-4313-46BC-8746-DDE8B40037F9}" srcOrd="0" destOrd="0" parTransId="{84F08C59-5C70-4E21-A203-DCB265DE961C}" sibTransId="{AAE320F9-7D60-4AD4-8A92-2AFAB21AFD57}"/>
    <dgm:cxn modelId="{BACFBBDA-20EC-4D48-AF11-577C3B9BBC30}" type="presOf" srcId="{A5D98DB7-6666-424B-9540-39585190F003}" destId="{4B7C7B6E-70B7-4BB6-B4A0-E36EF6A816F2}" srcOrd="1" destOrd="0" presId="urn:microsoft.com/office/officeart/2005/8/layout/hierarchy2"/>
    <dgm:cxn modelId="{69ABB0E3-94FE-480F-A509-4D1E679C9A49}" type="presOf" srcId="{B4D5F8EB-5071-4456-88DD-58F63844C7D5}" destId="{40F77606-D6D2-4588-9E3E-7E96CAB33BB8}" srcOrd="1" destOrd="0" presId="urn:microsoft.com/office/officeart/2005/8/layout/hierarchy2"/>
    <dgm:cxn modelId="{A8FA4BE8-9E0E-4332-B831-7BB3DF2293A9}" type="presOf" srcId="{28E963D1-80BA-4AA2-A420-4C6DC8EC1C8D}" destId="{48966813-A944-4A67-8C1A-B67683F8F151}" srcOrd="0" destOrd="0" presId="urn:microsoft.com/office/officeart/2005/8/layout/hierarchy2"/>
    <dgm:cxn modelId="{6206B9E8-CE75-4A49-AC50-DB2393130EA3}" type="presOf" srcId="{AC96CC17-BD48-4DBC-8659-517218BC82A2}" destId="{34FA7647-8720-406D-8311-A6B98357AAC5}" srcOrd="0" destOrd="0" presId="urn:microsoft.com/office/officeart/2005/8/layout/hierarchy2"/>
    <dgm:cxn modelId="{67E64E7B-DC1B-4A0C-AA0F-D6B8FB659BB9}" type="presParOf" srcId="{43057A30-2D2C-437C-8FEC-7F0796CBC2BE}" destId="{5CBC09FE-7FC8-4928-AE61-EA55EEF2AD62}" srcOrd="0" destOrd="0" presId="urn:microsoft.com/office/officeart/2005/8/layout/hierarchy2"/>
    <dgm:cxn modelId="{9E58B598-DDAA-43C7-8FD0-0E3FF4E62429}" type="presParOf" srcId="{5CBC09FE-7FC8-4928-AE61-EA55EEF2AD62}" destId="{091CBD76-05D1-4A64-81DF-0B5242534E30}" srcOrd="0" destOrd="0" presId="urn:microsoft.com/office/officeart/2005/8/layout/hierarchy2"/>
    <dgm:cxn modelId="{9C8C0CCF-3BF6-452F-853A-0623FB80E5D7}" type="presParOf" srcId="{5CBC09FE-7FC8-4928-AE61-EA55EEF2AD62}" destId="{B77D6BC2-3731-4015-BB92-8B903239354C}" srcOrd="1" destOrd="0" presId="urn:microsoft.com/office/officeart/2005/8/layout/hierarchy2"/>
    <dgm:cxn modelId="{9DCFE990-DC3B-407D-AE82-B0B64FD45BD6}" type="presParOf" srcId="{B77D6BC2-3731-4015-BB92-8B903239354C}" destId="{5A1DF63D-F5A4-4757-AD76-AB69129A5935}" srcOrd="0" destOrd="0" presId="urn:microsoft.com/office/officeart/2005/8/layout/hierarchy2"/>
    <dgm:cxn modelId="{1E94643A-3691-4898-A4AD-134B93F0B609}" type="presParOf" srcId="{5A1DF63D-F5A4-4757-AD76-AB69129A5935}" destId="{40F77606-D6D2-4588-9E3E-7E96CAB33BB8}" srcOrd="0" destOrd="0" presId="urn:microsoft.com/office/officeart/2005/8/layout/hierarchy2"/>
    <dgm:cxn modelId="{4290CFAD-0A86-46BA-96BA-9328AC8C46E3}" type="presParOf" srcId="{B77D6BC2-3731-4015-BB92-8B903239354C}" destId="{81849295-34D1-4B68-B11B-0F3136934942}" srcOrd="1" destOrd="0" presId="urn:microsoft.com/office/officeart/2005/8/layout/hierarchy2"/>
    <dgm:cxn modelId="{1161D396-F3B1-4C8F-92F0-2BB69D3EC5D4}" type="presParOf" srcId="{81849295-34D1-4B68-B11B-0F3136934942}" destId="{5348E758-7EFC-43C0-9BF1-FDFD03F7F511}" srcOrd="0" destOrd="0" presId="urn:microsoft.com/office/officeart/2005/8/layout/hierarchy2"/>
    <dgm:cxn modelId="{3054CA3E-D620-4912-8CB4-A6D1D22AF24A}" type="presParOf" srcId="{81849295-34D1-4B68-B11B-0F3136934942}" destId="{A450F1C4-8CC0-4FB3-97D2-CF4C73D8B6A4}" srcOrd="1" destOrd="0" presId="urn:microsoft.com/office/officeart/2005/8/layout/hierarchy2"/>
    <dgm:cxn modelId="{0707F663-77EA-446F-8273-F2963A56F8B7}" type="presParOf" srcId="{A450F1C4-8CC0-4FB3-97D2-CF4C73D8B6A4}" destId="{B46AB957-220E-48CE-9A1D-AB8856100506}" srcOrd="0" destOrd="0" presId="urn:microsoft.com/office/officeart/2005/8/layout/hierarchy2"/>
    <dgm:cxn modelId="{0E9852D1-7EDF-4850-866A-8AF19BACB877}" type="presParOf" srcId="{B46AB957-220E-48CE-9A1D-AB8856100506}" destId="{6CAADC1F-1BB9-4528-B2E7-55F031BB85BC}" srcOrd="0" destOrd="0" presId="urn:microsoft.com/office/officeart/2005/8/layout/hierarchy2"/>
    <dgm:cxn modelId="{593248E6-7A7B-4C21-812F-5045787D305C}" type="presParOf" srcId="{A450F1C4-8CC0-4FB3-97D2-CF4C73D8B6A4}" destId="{657CCD50-2A65-4889-B4BE-4CAB5FF8B7BE}" srcOrd="1" destOrd="0" presId="urn:microsoft.com/office/officeart/2005/8/layout/hierarchy2"/>
    <dgm:cxn modelId="{CCCD1628-8C44-4968-B6B3-A2173B0711C3}" type="presParOf" srcId="{657CCD50-2A65-4889-B4BE-4CAB5FF8B7BE}" destId="{F4AFB978-AC6D-4945-A7C1-D6EA6E547469}" srcOrd="0" destOrd="0" presId="urn:microsoft.com/office/officeart/2005/8/layout/hierarchy2"/>
    <dgm:cxn modelId="{834362FE-9D75-4FC3-BF07-994D3A45CE80}" type="presParOf" srcId="{657CCD50-2A65-4889-B4BE-4CAB5FF8B7BE}" destId="{DE3F6F7B-913C-4D14-8B71-EDE1B253580E}" srcOrd="1" destOrd="0" presId="urn:microsoft.com/office/officeart/2005/8/layout/hierarchy2"/>
    <dgm:cxn modelId="{FC214561-F4FF-4282-8AC6-FBF32C396A84}" type="presParOf" srcId="{B77D6BC2-3731-4015-BB92-8B903239354C}" destId="{FDC53801-A3C8-4D8A-8D5B-9737A788F8B2}" srcOrd="2" destOrd="0" presId="urn:microsoft.com/office/officeart/2005/8/layout/hierarchy2"/>
    <dgm:cxn modelId="{F909AEBE-160A-4C22-9391-A62C2B1D3148}" type="presParOf" srcId="{FDC53801-A3C8-4D8A-8D5B-9737A788F8B2}" destId="{4B7C7B6E-70B7-4BB6-B4A0-E36EF6A816F2}" srcOrd="0" destOrd="0" presId="urn:microsoft.com/office/officeart/2005/8/layout/hierarchy2"/>
    <dgm:cxn modelId="{7898ED52-EC33-4D69-B76E-248BCF6FB0AB}" type="presParOf" srcId="{B77D6BC2-3731-4015-BB92-8B903239354C}" destId="{00E5CD11-7197-4741-A31B-2561A5954E55}" srcOrd="3" destOrd="0" presId="urn:microsoft.com/office/officeart/2005/8/layout/hierarchy2"/>
    <dgm:cxn modelId="{817AECCB-8838-4114-B327-AD09FAC08F86}" type="presParOf" srcId="{00E5CD11-7197-4741-A31B-2561A5954E55}" destId="{C246A6AB-491C-4452-ABFB-7E57821DA42F}" srcOrd="0" destOrd="0" presId="urn:microsoft.com/office/officeart/2005/8/layout/hierarchy2"/>
    <dgm:cxn modelId="{E4588656-7930-45D5-B44A-B9FF6E940B59}" type="presParOf" srcId="{00E5CD11-7197-4741-A31B-2561A5954E55}" destId="{298A623D-C8CB-4C3C-AF46-322787A5F10E}" srcOrd="1" destOrd="0" presId="urn:microsoft.com/office/officeart/2005/8/layout/hierarchy2"/>
    <dgm:cxn modelId="{9EF34D7A-0AF6-4854-8333-C65251EE877F}" type="presParOf" srcId="{298A623D-C8CB-4C3C-AF46-322787A5F10E}" destId="{34FA7647-8720-406D-8311-A6B98357AAC5}" srcOrd="0" destOrd="0" presId="urn:microsoft.com/office/officeart/2005/8/layout/hierarchy2"/>
    <dgm:cxn modelId="{E3908A40-4BD5-4001-BC95-03AC2D441D15}" type="presParOf" srcId="{34FA7647-8720-406D-8311-A6B98357AAC5}" destId="{964F862B-1D65-49A5-8D30-3B0E7FC75DF6}" srcOrd="0" destOrd="0" presId="urn:microsoft.com/office/officeart/2005/8/layout/hierarchy2"/>
    <dgm:cxn modelId="{ABDF2E40-6AC4-4F31-BF64-B5820209DEB6}" type="presParOf" srcId="{298A623D-C8CB-4C3C-AF46-322787A5F10E}" destId="{45747548-43FA-4B5D-A568-AAE24AF20EB7}" srcOrd="1" destOrd="0" presId="urn:microsoft.com/office/officeart/2005/8/layout/hierarchy2"/>
    <dgm:cxn modelId="{906C5C73-087D-4119-A132-A443D83A5B1E}" type="presParOf" srcId="{45747548-43FA-4B5D-A568-AAE24AF20EB7}" destId="{48966813-A944-4A67-8C1A-B67683F8F151}" srcOrd="0" destOrd="0" presId="urn:microsoft.com/office/officeart/2005/8/layout/hierarchy2"/>
    <dgm:cxn modelId="{FB954B6A-9962-4422-B166-0199CBEF2E35}" type="presParOf" srcId="{45747548-43FA-4B5D-A568-AAE24AF20EB7}" destId="{F72B750D-FA27-45CA-9554-0CD42B427FB3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51040F58-39BE-481E-90BE-287A4FE6E767}" type="doc">
      <dgm:prSet loTypeId="urn:microsoft.com/office/officeart/2005/8/layout/hProcess4" loCatId="process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E3A30199-1C08-43E2-9036-9A4209E17371}">
      <dgm:prSet phldrT="[Text]"/>
      <dgm:spPr/>
      <dgm:t>
        <a:bodyPr/>
        <a:lstStyle/>
        <a:p>
          <a:r>
            <a:rPr lang="en-US" dirty="0"/>
            <a:t>Prevention</a:t>
          </a:r>
        </a:p>
      </dgm:t>
    </dgm:pt>
    <dgm:pt modelId="{5743A67C-DADB-408C-AB34-4D72968B7920}" type="parTrans" cxnId="{13B3F328-3D71-4AE3-84CD-BA7271A7A3AB}">
      <dgm:prSet/>
      <dgm:spPr/>
      <dgm:t>
        <a:bodyPr/>
        <a:lstStyle/>
        <a:p>
          <a:endParaRPr lang="en-US"/>
        </a:p>
      </dgm:t>
    </dgm:pt>
    <dgm:pt modelId="{CECFC55B-319D-43C7-ADC1-E967BE7C0C07}" type="sibTrans" cxnId="{13B3F328-3D71-4AE3-84CD-BA7271A7A3AB}">
      <dgm:prSet/>
      <dgm:spPr/>
      <dgm:t>
        <a:bodyPr/>
        <a:lstStyle/>
        <a:p>
          <a:endParaRPr lang="en-US"/>
        </a:p>
      </dgm:t>
    </dgm:pt>
    <dgm:pt modelId="{BA890B70-96A7-4390-B732-D2F025704943}">
      <dgm:prSet phldrT="[Text]" custT="1"/>
      <dgm:spPr/>
      <dgm:t>
        <a:bodyPr/>
        <a:lstStyle/>
        <a:p>
          <a:r>
            <a:rPr lang="en-US" sz="1200" dirty="0"/>
            <a:t>Disable inapplicable choices.</a:t>
          </a:r>
        </a:p>
      </dgm:t>
    </dgm:pt>
    <dgm:pt modelId="{3698A76A-87A7-4714-BCF2-7F9B68B32860}" type="parTrans" cxnId="{8E775C7C-7166-4F00-93B8-69A6B1DA21E6}">
      <dgm:prSet/>
      <dgm:spPr/>
      <dgm:t>
        <a:bodyPr/>
        <a:lstStyle/>
        <a:p>
          <a:endParaRPr lang="en-US"/>
        </a:p>
      </dgm:t>
    </dgm:pt>
    <dgm:pt modelId="{402164E0-C0D8-4A36-BF17-C147F0DCAF1A}" type="sibTrans" cxnId="{8E775C7C-7166-4F00-93B8-69A6B1DA21E6}">
      <dgm:prSet/>
      <dgm:spPr/>
      <dgm:t>
        <a:bodyPr/>
        <a:lstStyle/>
        <a:p>
          <a:endParaRPr lang="en-US"/>
        </a:p>
      </dgm:t>
    </dgm:pt>
    <dgm:pt modelId="{D311E025-8B00-4ED8-B281-CB5EE050C1A7}">
      <dgm:prSet phldrT="[Text]" custT="1"/>
      <dgm:spPr/>
      <dgm:t>
        <a:bodyPr/>
        <a:lstStyle/>
        <a:p>
          <a:r>
            <a:rPr lang="en-US" sz="1200" dirty="0"/>
            <a:t>For conversational dialogs, validate entries as close to point of entry as possible</a:t>
          </a:r>
        </a:p>
      </dgm:t>
    </dgm:pt>
    <dgm:pt modelId="{669E68E5-8556-48AE-AE5F-49A976AC1BAC}" type="parTrans" cxnId="{605A624A-7DEA-40F8-9E97-B514CB3ACB6F}">
      <dgm:prSet/>
      <dgm:spPr/>
      <dgm:t>
        <a:bodyPr/>
        <a:lstStyle/>
        <a:p>
          <a:endParaRPr lang="en-US"/>
        </a:p>
      </dgm:t>
    </dgm:pt>
    <dgm:pt modelId="{86FB9CFE-5D31-45FE-A887-442DE0B03D29}" type="sibTrans" cxnId="{605A624A-7DEA-40F8-9E97-B514CB3ACB6F}">
      <dgm:prSet/>
      <dgm:spPr/>
      <dgm:t>
        <a:bodyPr/>
        <a:lstStyle/>
        <a:p>
          <a:endParaRPr lang="en-US"/>
        </a:p>
      </dgm:t>
    </dgm:pt>
    <dgm:pt modelId="{6F442154-A180-4A13-B74D-417F550BF589}">
      <dgm:prSet phldrT="[Text]"/>
      <dgm:spPr/>
      <dgm:t>
        <a:bodyPr/>
        <a:lstStyle/>
        <a:p>
          <a:r>
            <a:rPr lang="en-US" dirty="0"/>
            <a:t>Correction</a:t>
          </a:r>
        </a:p>
      </dgm:t>
    </dgm:pt>
    <dgm:pt modelId="{0D4FB548-0D1E-433A-98A4-2D56802C77C9}" type="parTrans" cxnId="{4AFFCC78-72DD-47A9-ACCE-DD827FD4E851}">
      <dgm:prSet/>
      <dgm:spPr/>
      <dgm:t>
        <a:bodyPr/>
        <a:lstStyle/>
        <a:p>
          <a:endParaRPr lang="en-US"/>
        </a:p>
      </dgm:t>
    </dgm:pt>
    <dgm:pt modelId="{09A24BBF-14BE-40E8-8C4D-C29A3D1B2F4C}" type="sibTrans" cxnId="{4AFFCC78-72DD-47A9-ACCE-DD827FD4E851}">
      <dgm:prSet/>
      <dgm:spPr/>
      <dgm:t>
        <a:bodyPr/>
        <a:lstStyle/>
        <a:p>
          <a:endParaRPr lang="en-US"/>
        </a:p>
      </dgm:t>
    </dgm:pt>
    <dgm:pt modelId="{F88497D2-C160-4632-84B8-9BB16905EB43}">
      <dgm:prSet phldrT="[Text]" custT="1"/>
      <dgm:spPr/>
      <dgm:t>
        <a:bodyPr/>
        <a:lstStyle/>
        <a:p>
          <a:r>
            <a:rPr lang="en-US" sz="1200" dirty="0"/>
            <a:t>Preserve as much of the user’s work as possible. </a:t>
          </a:r>
        </a:p>
      </dgm:t>
    </dgm:pt>
    <dgm:pt modelId="{1C386925-E859-4A61-96F4-1BDC66D69B12}" type="parTrans" cxnId="{FF9DAD9B-51A6-4663-B14A-B184D094840E}">
      <dgm:prSet/>
      <dgm:spPr/>
      <dgm:t>
        <a:bodyPr/>
        <a:lstStyle/>
        <a:p>
          <a:endParaRPr lang="en-US"/>
        </a:p>
      </dgm:t>
    </dgm:pt>
    <dgm:pt modelId="{3744A6AE-F885-43FB-8963-71E0701A1B8C}" type="sibTrans" cxnId="{FF9DAD9B-51A6-4663-B14A-B184D094840E}">
      <dgm:prSet/>
      <dgm:spPr/>
      <dgm:t>
        <a:bodyPr/>
        <a:lstStyle/>
        <a:p>
          <a:endParaRPr lang="en-US"/>
        </a:p>
      </dgm:t>
    </dgm:pt>
    <dgm:pt modelId="{FA3DBC44-D868-4BD1-B307-F930ED0A2787}">
      <dgm:prSet phldrT="[Text]" custT="1"/>
      <dgm:spPr/>
      <dgm:t>
        <a:bodyPr/>
        <a:lstStyle/>
        <a:p>
          <a:r>
            <a:rPr lang="en-US" sz="1200" dirty="0"/>
            <a:t>Always give a person something to do when an error occurs</a:t>
          </a:r>
        </a:p>
      </dgm:t>
    </dgm:pt>
    <dgm:pt modelId="{76AAF9E1-A407-446E-BBF6-61D081F8773B}" type="parTrans" cxnId="{E7599311-831D-4103-BD5A-ABD63D852675}">
      <dgm:prSet/>
      <dgm:spPr/>
      <dgm:t>
        <a:bodyPr/>
        <a:lstStyle/>
        <a:p>
          <a:endParaRPr lang="en-US"/>
        </a:p>
      </dgm:t>
    </dgm:pt>
    <dgm:pt modelId="{4B0AC48D-58A8-408A-8510-A76B2247FF8A}" type="sibTrans" cxnId="{E7599311-831D-4103-BD5A-ABD63D852675}">
      <dgm:prSet/>
      <dgm:spPr/>
      <dgm:t>
        <a:bodyPr/>
        <a:lstStyle/>
        <a:p>
          <a:endParaRPr lang="en-US"/>
        </a:p>
      </dgm:t>
    </dgm:pt>
    <dgm:pt modelId="{EEFD10DA-3404-4D6E-A524-3D24E6371066}">
      <dgm:prSet custT="1"/>
      <dgm:spPr/>
      <dgm:t>
        <a:bodyPr/>
        <a:lstStyle/>
        <a:p>
          <a:r>
            <a:rPr lang="en-US" sz="1200" dirty="0"/>
            <a:t>Use selection instead of entry controls.</a:t>
          </a:r>
        </a:p>
      </dgm:t>
    </dgm:pt>
    <dgm:pt modelId="{3F894429-DE16-407C-AA3C-2EA2E821A7EA}" type="parTrans" cxnId="{41AFF9E3-3623-4809-A3D5-BF20D5FB5DEB}">
      <dgm:prSet/>
      <dgm:spPr/>
      <dgm:t>
        <a:bodyPr/>
        <a:lstStyle/>
        <a:p>
          <a:endParaRPr lang="en-US"/>
        </a:p>
      </dgm:t>
    </dgm:pt>
    <dgm:pt modelId="{44906361-7A5B-4650-A828-97731594A680}" type="sibTrans" cxnId="{41AFF9E3-3623-4809-A3D5-BF20D5FB5DEB}">
      <dgm:prSet/>
      <dgm:spPr/>
      <dgm:t>
        <a:bodyPr/>
        <a:lstStyle/>
        <a:p>
          <a:endParaRPr lang="en-US"/>
        </a:p>
      </dgm:t>
    </dgm:pt>
    <dgm:pt modelId="{8BF6227D-4D60-4149-881B-97F7D7D7FB54}">
      <dgm:prSet custT="1"/>
      <dgm:spPr/>
      <dgm:t>
        <a:bodyPr/>
        <a:lstStyle/>
        <a:p>
          <a:r>
            <a:rPr lang="en-US" sz="1200" dirty="0"/>
            <a:t>Accept common misspellings, whenever possible</a:t>
          </a:r>
        </a:p>
      </dgm:t>
    </dgm:pt>
    <dgm:pt modelId="{C55FE2DA-23FA-40EA-A04D-E600A4368199}" type="parTrans" cxnId="{1ED86FBC-BF73-4A2F-9289-66BB13F2CD74}">
      <dgm:prSet/>
      <dgm:spPr/>
      <dgm:t>
        <a:bodyPr/>
        <a:lstStyle/>
        <a:p>
          <a:endParaRPr lang="en-US"/>
        </a:p>
      </dgm:t>
    </dgm:pt>
    <dgm:pt modelId="{7768784D-5B96-46BA-ADFA-3476F7A3D393}" type="sibTrans" cxnId="{1ED86FBC-BF73-4A2F-9289-66BB13F2CD74}">
      <dgm:prSet/>
      <dgm:spPr/>
      <dgm:t>
        <a:bodyPr/>
        <a:lstStyle/>
        <a:p>
          <a:endParaRPr lang="en-US"/>
        </a:p>
      </dgm:t>
    </dgm:pt>
    <dgm:pt modelId="{CD9A2F20-766F-47F3-B2C0-AB4E04A39DBD}">
      <dgm:prSet custT="1"/>
      <dgm:spPr/>
      <dgm:t>
        <a:bodyPr/>
        <a:lstStyle/>
        <a:p>
          <a:r>
            <a:rPr lang="en-US" sz="1200" dirty="0"/>
            <a:t>Use aided entry.</a:t>
          </a:r>
        </a:p>
      </dgm:t>
    </dgm:pt>
    <dgm:pt modelId="{F4E86282-6F36-4AA3-944A-FEAC6EE36633}" type="sibTrans" cxnId="{83EB7A13-340C-4119-B5F5-0AF2DBEFBCD0}">
      <dgm:prSet/>
      <dgm:spPr/>
      <dgm:t>
        <a:bodyPr/>
        <a:lstStyle/>
        <a:p>
          <a:endParaRPr lang="en-US"/>
        </a:p>
      </dgm:t>
    </dgm:pt>
    <dgm:pt modelId="{473E12B2-EA7A-4F93-BE3E-D8EA3EE8A9BC}" type="parTrans" cxnId="{83EB7A13-340C-4119-B5F5-0AF2DBEFBCD0}">
      <dgm:prSet/>
      <dgm:spPr/>
      <dgm:t>
        <a:bodyPr/>
        <a:lstStyle/>
        <a:p>
          <a:endParaRPr lang="en-US"/>
        </a:p>
      </dgm:t>
    </dgm:pt>
    <dgm:pt modelId="{6C904E8D-1386-4339-AB7F-F172734C08E4}">
      <dgm:prSet phldrT="[Text]"/>
      <dgm:spPr/>
      <dgm:t>
        <a:bodyPr/>
        <a:lstStyle/>
        <a:p>
          <a:r>
            <a:rPr lang="en-US" dirty="0"/>
            <a:t>Detection</a:t>
          </a:r>
        </a:p>
      </dgm:t>
    </dgm:pt>
    <dgm:pt modelId="{110F0666-47EA-4307-8C36-3368B160571C}" type="sibTrans" cxnId="{53989D1B-1D40-4F9F-A881-BBD72CC75BAA}">
      <dgm:prSet/>
      <dgm:spPr/>
      <dgm:t>
        <a:bodyPr/>
        <a:lstStyle/>
        <a:p>
          <a:endParaRPr lang="en-US"/>
        </a:p>
      </dgm:t>
    </dgm:pt>
    <dgm:pt modelId="{FEAD091E-3EDD-4E6C-A248-AE4B670DB491}" type="parTrans" cxnId="{53989D1B-1D40-4F9F-A881-BBD72CC75BAA}">
      <dgm:prSet/>
      <dgm:spPr/>
      <dgm:t>
        <a:bodyPr/>
        <a:lstStyle/>
        <a:p>
          <a:endParaRPr lang="en-US"/>
        </a:p>
      </dgm:t>
    </dgm:pt>
    <dgm:pt modelId="{F3710D28-D49E-4590-A7FF-495A8E977014}">
      <dgm:prSet custT="1"/>
      <dgm:spPr/>
      <dgm:t>
        <a:bodyPr/>
        <a:lstStyle/>
        <a:p>
          <a:r>
            <a:rPr lang="en-US" sz="1200" dirty="0"/>
            <a:t>At character level.</a:t>
          </a:r>
        </a:p>
      </dgm:t>
    </dgm:pt>
    <dgm:pt modelId="{FF76CAE5-AD6B-45A6-A2BD-69567C83A6F5}" type="parTrans" cxnId="{3FF3E21D-F510-4468-AE34-9D10BFE81D72}">
      <dgm:prSet/>
      <dgm:spPr/>
      <dgm:t>
        <a:bodyPr/>
        <a:lstStyle/>
        <a:p>
          <a:endParaRPr lang="en-US"/>
        </a:p>
      </dgm:t>
    </dgm:pt>
    <dgm:pt modelId="{FAAA1492-4352-428A-8342-751F2D16901F}" type="sibTrans" cxnId="{3FF3E21D-F510-4468-AE34-9D10BFE81D72}">
      <dgm:prSet/>
      <dgm:spPr/>
      <dgm:t>
        <a:bodyPr/>
        <a:lstStyle/>
        <a:p>
          <a:endParaRPr lang="en-US"/>
        </a:p>
      </dgm:t>
    </dgm:pt>
    <dgm:pt modelId="{1D9666F1-C103-4E71-BDCC-CE59C9AEFD77}">
      <dgm:prSet custT="1"/>
      <dgm:spPr/>
      <dgm:t>
        <a:bodyPr/>
        <a:lstStyle/>
        <a:p>
          <a:r>
            <a:rPr lang="en-US" sz="1200" dirty="0"/>
            <a:t>At control level.</a:t>
          </a:r>
        </a:p>
      </dgm:t>
    </dgm:pt>
    <dgm:pt modelId="{044E85A6-1CB9-4CFB-8836-1DE634A65282}" type="parTrans" cxnId="{6CF9E518-2E46-460C-B8B5-CA5D04845274}">
      <dgm:prSet/>
      <dgm:spPr/>
      <dgm:t>
        <a:bodyPr/>
        <a:lstStyle/>
        <a:p>
          <a:endParaRPr lang="en-US"/>
        </a:p>
      </dgm:t>
    </dgm:pt>
    <dgm:pt modelId="{ED40A785-B93E-4C4C-BB87-BD31E61EB0C6}" type="sibTrans" cxnId="{6CF9E518-2E46-460C-B8B5-CA5D04845274}">
      <dgm:prSet/>
      <dgm:spPr/>
      <dgm:t>
        <a:bodyPr/>
        <a:lstStyle/>
        <a:p>
          <a:endParaRPr lang="en-US"/>
        </a:p>
      </dgm:t>
    </dgm:pt>
    <dgm:pt modelId="{B7B9993F-FF5D-4B71-A542-C1CCB9CBE505}">
      <dgm:prSet custT="1"/>
      <dgm:spPr/>
      <dgm:t>
        <a:bodyPr/>
        <a:lstStyle/>
        <a:p>
          <a:r>
            <a:rPr lang="en-US" sz="1200" dirty="0"/>
            <a:t>When the transaction is completed or the window closed.</a:t>
          </a:r>
        </a:p>
      </dgm:t>
    </dgm:pt>
    <dgm:pt modelId="{EE4954FE-5930-4D60-B2A2-1C6E500D920D}" type="parTrans" cxnId="{D1EB3DD4-E50D-4AFD-945C-A2D51FE20F32}">
      <dgm:prSet/>
      <dgm:spPr/>
      <dgm:t>
        <a:bodyPr/>
        <a:lstStyle/>
        <a:p>
          <a:endParaRPr lang="en-US"/>
        </a:p>
      </dgm:t>
    </dgm:pt>
    <dgm:pt modelId="{39FEBBE4-A6E0-48B0-AD79-D721D80DBDA4}" type="sibTrans" cxnId="{D1EB3DD4-E50D-4AFD-945C-A2D51FE20F32}">
      <dgm:prSet/>
      <dgm:spPr/>
      <dgm:t>
        <a:bodyPr/>
        <a:lstStyle/>
        <a:p>
          <a:endParaRPr lang="en-US"/>
        </a:p>
      </dgm:t>
    </dgm:pt>
    <dgm:pt modelId="{ED6B09D6-92C8-4552-B095-46FA7096E635}">
      <dgm:prSet custT="1"/>
      <dgm:spPr/>
      <dgm:t>
        <a:bodyPr/>
        <a:lstStyle/>
        <a:p>
          <a:r>
            <a:rPr lang="en-US" sz="1200" dirty="0"/>
            <a:t>Do not obscure item in error.</a:t>
          </a:r>
        </a:p>
      </dgm:t>
    </dgm:pt>
    <dgm:pt modelId="{2BD1B1E5-95C0-4726-82A0-26B4E3664ABA}" type="parTrans" cxnId="{2F030DF0-99F6-451E-8D54-AB618246AD8A}">
      <dgm:prSet/>
      <dgm:spPr/>
      <dgm:t>
        <a:bodyPr/>
        <a:lstStyle/>
        <a:p>
          <a:endParaRPr lang="en-US"/>
        </a:p>
      </dgm:t>
    </dgm:pt>
    <dgm:pt modelId="{34C16EF3-00BD-408E-9671-75C51C6FE0A0}" type="sibTrans" cxnId="{2F030DF0-99F6-451E-8D54-AB618246AD8A}">
      <dgm:prSet/>
      <dgm:spPr/>
      <dgm:t>
        <a:bodyPr/>
        <a:lstStyle/>
        <a:p>
          <a:endParaRPr lang="en-US"/>
        </a:p>
      </dgm:t>
    </dgm:pt>
    <dgm:pt modelId="{709A87B1-7AD9-414C-BC94-1D102FEE0B96}">
      <dgm:prSet custT="1"/>
      <dgm:spPr/>
      <dgm:t>
        <a:bodyPr/>
        <a:lstStyle/>
        <a:p>
          <a:r>
            <a:rPr lang="en-US" sz="1200" dirty="0"/>
            <a:t>At window-level validation, use a modeless dialog box to display an error list.</a:t>
          </a:r>
        </a:p>
      </dgm:t>
    </dgm:pt>
    <dgm:pt modelId="{70AD3279-0AA9-4BDC-8887-74B210937BDC}" type="parTrans" cxnId="{317C140E-503B-49C9-AB82-90E15816AB27}">
      <dgm:prSet/>
      <dgm:spPr/>
      <dgm:t>
        <a:bodyPr/>
        <a:lstStyle/>
        <a:p>
          <a:endParaRPr lang="en-US"/>
        </a:p>
      </dgm:t>
    </dgm:pt>
    <dgm:pt modelId="{C53A212C-2074-403E-B621-BEBD5B06AB80}" type="sibTrans" cxnId="{317C140E-503B-49C9-AB82-90E15816AB27}">
      <dgm:prSet/>
      <dgm:spPr/>
      <dgm:t>
        <a:bodyPr/>
        <a:lstStyle/>
        <a:p>
          <a:endParaRPr lang="en-US"/>
        </a:p>
      </dgm:t>
    </dgm:pt>
    <dgm:pt modelId="{012FE327-0E69-482F-8E16-8084E0BEADB1}" type="pres">
      <dgm:prSet presAssocID="{51040F58-39BE-481E-90BE-287A4FE6E767}" presName="Name0" presStyleCnt="0">
        <dgm:presLayoutVars>
          <dgm:dir/>
          <dgm:animLvl val="lvl"/>
          <dgm:resizeHandles val="exact"/>
        </dgm:presLayoutVars>
      </dgm:prSet>
      <dgm:spPr/>
    </dgm:pt>
    <dgm:pt modelId="{E4A699FB-6B61-43B6-B0F2-01455676D9E5}" type="pres">
      <dgm:prSet presAssocID="{51040F58-39BE-481E-90BE-287A4FE6E767}" presName="tSp" presStyleCnt="0"/>
      <dgm:spPr/>
    </dgm:pt>
    <dgm:pt modelId="{64F3FB9B-C075-447C-872B-E91A7424D017}" type="pres">
      <dgm:prSet presAssocID="{51040F58-39BE-481E-90BE-287A4FE6E767}" presName="bSp" presStyleCnt="0"/>
      <dgm:spPr/>
    </dgm:pt>
    <dgm:pt modelId="{2539D7AA-29B3-47C7-A154-075553F6DBC4}" type="pres">
      <dgm:prSet presAssocID="{51040F58-39BE-481E-90BE-287A4FE6E767}" presName="process" presStyleCnt="0"/>
      <dgm:spPr/>
    </dgm:pt>
    <dgm:pt modelId="{F578662E-0034-4B09-B6FC-A60F08AE1C61}" type="pres">
      <dgm:prSet presAssocID="{E3A30199-1C08-43E2-9036-9A4209E17371}" presName="composite1" presStyleCnt="0"/>
      <dgm:spPr/>
    </dgm:pt>
    <dgm:pt modelId="{FD17B7DB-A88E-4A5F-9878-1743405D6204}" type="pres">
      <dgm:prSet presAssocID="{E3A30199-1C08-43E2-9036-9A4209E17371}" presName="dummyNode1" presStyleLbl="node1" presStyleIdx="0" presStyleCnt="3"/>
      <dgm:spPr/>
    </dgm:pt>
    <dgm:pt modelId="{3B394D0E-D1B9-44FE-BD25-6A305C7863D4}" type="pres">
      <dgm:prSet presAssocID="{E3A30199-1C08-43E2-9036-9A4209E17371}" presName="childNode1" presStyleLbl="bgAcc1" presStyleIdx="0" presStyleCnt="3" custScaleX="113822" custScaleY="191170">
        <dgm:presLayoutVars>
          <dgm:bulletEnabled val="1"/>
        </dgm:presLayoutVars>
      </dgm:prSet>
      <dgm:spPr/>
    </dgm:pt>
    <dgm:pt modelId="{A263E0DE-F24E-4710-9FD8-B470F41A2480}" type="pres">
      <dgm:prSet presAssocID="{E3A30199-1C08-43E2-9036-9A4209E17371}" presName="childNode1tx" presStyleLbl="bgAcc1" presStyleIdx="0" presStyleCnt="3">
        <dgm:presLayoutVars>
          <dgm:bulletEnabled val="1"/>
        </dgm:presLayoutVars>
      </dgm:prSet>
      <dgm:spPr/>
    </dgm:pt>
    <dgm:pt modelId="{847A5CEB-5AA1-4721-BA85-83242F523BDE}" type="pres">
      <dgm:prSet presAssocID="{E3A30199-1C08-43E2-9036-9A4209E17371}" presName="parentNode1" presStyleLbl="node1" presStyleIdx="0" presStyleCnt="3" custLinFactY="59804" custLinFactNeighborX="-5901" custLinFactNeighborY="100000">
        <dgm:presLayoutVars>
          <dgm:chMax val="1"/>
          <dgm:bulletEnabled val="1"/>
        </dgm:presLayoutVars>
      </dgm:prSet>
      <dgm:spPr/>
    </dgm:pt>
    <dgm:pt modelId="{0D2FA2AE-380F-4898-8A35-4E4ED4ACC6F2}" type="pres">
      <dgm:prSet presAssocID="{E3A30199-1C08-43E2-9036-9A4209E17371}" presName="connSite1" presStyleCnt="0"/>
      <dgm:spPr/>
    </dgm:pt>
    <dgm:pt modelId="{BBB0F32E-103A-49FC-A319-21682CFAFDDD}" type="pres">
      <dgm:prSet presAssocID="{CECFC55B-319D-43C7-ADC1-E967BE7C0C07}" presName="Name9" presStyleLbl="sibTrans2D1" presStyleIdx="0" presStyleCnt="2" custLinFactNeighborX="4149" custLinFactNeighborY="18933"/>
      <dgm:spPr/>
    </dgm:pt>
    <dgm:pt modelId="{ABADEEA2-E597-47BC-9FF4-2D4D2E781F42}" type="pres">
      <dgm:prSet presAssocID="{6C904E8D-1386-4339-AB7F-F172734C08E4}" presName="composite2" presStyleCnt="0"/>
      <dgm:spPr/>
    </dgm:pt>
    <dgm:pt modelId="{BDA20E94-F086-4C54-961C-8F11CE6F6A10}" type="pres">
      <dgm:prSet presAssocID="{6C904E8D-1386-4339-AB7F-F172734C08E4}" presName="dummyNode2" presStyleLbl="node1" presStyleIdx="0" presStyleCnt="3"/>
      <dgm:spPr/>
    </dgm:pt>
    <dgm:pt modelId="{C7C8BB31-E272-4C3F-888A-AFC00FFD27E0}" type="pres">
      <dgm:prSet presAssocID="{6C904E8D-1386-4339-AB7F-F172734C08E4}" presName="childNode2" presStyleLbl="bgAcc1" presStyleIdx="1" presStyleCnt="3" custScaleX="152491" custScaleY="213744" custLinFactNeighborX="5182" custLinFactNeighborY="-1171">
        <dgm:presLayoutVars>
          <dgm:bulletEnabled val="1"/>
        </dgm:presLayoutVars>
      </dgm:prSet>
      <dgm:spPr/>
    </dgm:pt>
    <dgm:pt modelId="{5DB9AFDD-A9D1-4D61-AE69-15908CD827CC}" type="pres">
      <dgm:prSet presAssocID="{6C904E8D-1386-4339-AB7F-F172734C08E4}" presName="childNode2tx" presStyleLbl="bgAcc1" presStyleIdx="1" presStyleCnt="3">
        <dgm:presLayoutVars>
          <dgm:bulletEnabled val="1"/>
        </dgm:presLayoutVars>
      </dgm:prSet>
      <dgm:spPr/>
    </dgm:pt>
    <dgm:pt modelId="{D47C5E77-78FA-4831-98A3-CDE0E24DFC89}" type="pres">
      <dgm:prSet presAssocID="{6C904E8D-1386-4339-AB7F-F172734C08E4}" presName="parentNode2" presStyleLbl="node1" presStyleIdx="1" presStyleCnt="3" custScaleX="113347" custLinFactNeighborX="-28788" custLinFactNeighborY="-65875">
        <dgm:presLayoutVars>
          <dgm:chMax val="0"/>
          <dgm:bulletEnabled val="1"/>
        </dgm:presLayoutVars>
      </dgm:prSet>
      <dgm:spPr/>
    </dgm:pt>
    <dgm:pt modelId="{A7023E12-5EDA-43C1-9C3C-0F31EA970AC3}" type="pres">
      <dgm:prSet presAssocID="{6C904E8D-1386-4339-AB7F-F172734C08E4}" presName="connSite2" presStyleCnt="0"/>
      <dgm:spPr/>
    </dgm:pt>
    <dgm:pt modelId="{D96D8425-5B23-4CFD-B3C3-5E3CFFBC7338}" type="pres">
      <dgm:prSet presAssocID="{110F0666-47EA-4307-8C36-3368B160571C}" presName="Name18" presStyleLbl="sibTrans2D1" presStyleIdx="1" presStyleCnt="2" custLinFactNeighborX="822" custLinFactNeighborY="-14674"/>
      <dgm:spPr/>
    </dgm:pt>
    <dgm:pt modelId="{61010C4C-29D9-4D4C-9C94-A718D220FD7E}" type="pres">
      <dgm:prSet presAssocID="{6F442154-A180-4A13-B74D-417F550BF589}" presName="composite1" presStyleCnt="0"/>
      <dgm:spPr/>
    </dgm:pt>
    <dgm:pt modelId="{2329A56F-F500-412B-850D-85AB2E951A85}" type="pres">
      <dgm:prSet presAssocID="{6F442154-A180-4A13-B74D-417F550BF589}" presName="dummyNode1" presStyleLbl="node1" presStyleIdx="1" presStyleCnt="3"/>
      <dgm:spPr/>
    </dgm:pt>
    <dgm:pt modelId="{7AAECB72-D1AF-4D4C-A490-33C97A7C382D}" type="pres">
      <dgm:prSet presAssocID="{6F442154-A180-4A13-B74D-417F550BF589}" presName="childNode1" presStyleLbl="bgAcc1" presStyleIdx="2" presStyleCnt="3" custScaleX="127285" custScaleY="175161" custLinFactNeighborX="1491" custLinFactNeighborY="30200">
        <dgm:presLayoutVars>
          <dgm:bulletEnabled val="1"/>
        </dgm:presLayoutVars>
      </dgm:prSet>
      <dgm:spPr/>
    </dgm:pt>
    <dgm:pt modelId="{54E147B7-C2B8-4D82-89A3-442A63672D38}" type="pres">
      <dgm:prSet presAssocID="{6F442154-A180-4A13-B74D-417F550BF589}" presName="childNode1tx" presStyleLbl="bgAcc1" presStyleIdx="2" presStyleCnt="3">
        <dgm:presLayoutVars>
          <dgm:bulletEnabled val="1"/>
        </dgm:presLayoutVars>
      </dgm:prSet>
      <dgm:spPr/>
    </dgm:pt>
    <dgm:pt modelId="{7E37F0E6-C9DB-4984-A819-1179EB2CB65E}" type="pres">
      <dgm:prSet presAssocID="{6F442154-A180-4A13-B74D-417F550BF589}" presName="parentNode1" presStyleLbl="node1" presStyleIdx="2" presStyleCnt="3" custLinFactY="100000" custLinFactNeighborX="-2515" custLinFactNeighborY="113764">
        <dgm:presLayoutVars>
          <dgm:chMax val="1"/>
          <dgm:bulletEnabled val="1"/>
        </dgm:presLayoutVars>
      </dgm:prSet>
      <dgm:spPr/>
    </dgm:pt>
    <dgm:pt modelId="{2AC3C699-1B49-4B18-86D9-9C2D8F063CF7}" type="pres">
      <dgm:prSet presAssocID="{6F442154-A180-4A13-B74D-417F550BF589}" presName="connSite1" presStyleCnt="0"/>
      <dgm:spPr/>
    </dgm:pt>
  </dgm:ptLst>
  <dgm:cxnLst>
    <dgm:cxn modelId="{317C140E-503B-49C9-AB82-90E15816AB27}" srcId="{6F442154-A180-4A13-B74D-417F550BF589}" destId="{709A87B1-7AD9-414C-BC94-1D102FEE0B96}" srcOrd="1" destOrd="0" parTransId="{70AD3279-0AA9-4BDC-8887-74B210937BDC}" sibTransId="{C53A212C-2074-403E-B621-BEBD5B06AB80}"/>
    <dgm:cxn modelId="{75553D11-26EE-4A78-8CCE-528A02CD3C16}" type="presOf" srcId="{FA3DBC44-D868-4BD1-B307-F930ED0A2787}" destId="{54E147B7-C2B8-4D82-89A3-442A63672D38}" srcOrd="1" destOrd="2" presId="urn:microsoft.com/office/officeart/2005/8/layout/hProcess4"/>
    <dgm:cxn modelId="{E7599311-831D-4103-BD5A-ABD63D852675}" srcId="{6F442154-A180-4A13-B74D-417F550BF589}" destId="{FA3DBC44-D868-4BD1-B307-F930ED0A2787}" srcOrd="2" destOrd="0" parTransId="{76AAF9E1-A407-446E-BBF6-61D081F8773B}" sibTransId="{4B0AC48D-58A8-408A-8510-A76B2247FF8A}"/>
    <dgm:cxn modelId="{83EB7A13-340C-4119-B5F5-0AF2DBEFBCD0}" srcId="{E3A30199-1C08-43E2-9036-9A4209E17371}" destId="{CD9A2F20-766F-47F3-B2C0-AB4E04A39DBD}" srcOrd="2" destOrd="0" parTransId="{473E12B2-EA7A-4F93-BE3E-D8EA3EE8A9BC}" sibTransId="{F4E86282-6F36-4AA3-944A-FEAC6EE36633}"/>
    <dgm:cxn modelId="{6CF9E518-2E46-460C-B8B5-CA5D04845274}" srcId="{6C904E8D-1386-4339-AB7F-F172734C08E4}" destId="{1D9666F1-C103-4E71-BDCC-CE59C9AEFD77}" srcOrd="2" destOrd="0" parTransId="{044E85A6-1CB9-4CFB-8836-1DE634A65282}" sibTransId="{ED40A785-B93E-4C4C-BB87-BD31E61EB0C6}"/>
    <dgm:cxn modelId="{53989D1B-1D40-4F9F-A881-BBD72CC75BAA}" srcId="{51040F58-39BE-481E-90BE-287A4FE6E767}" destId="{6C904E8D-1386-4339-AB7F-F172734C08E4}" srcOrd="1" destOrd="0" parTransId="{FEAD091E-3EDD-4E6C-A248-AE4B670DB491}" sibTransId="{110F0666-47EA-4307-8C36-3368B160571C}"/>
    <dgm:cxn modelId="{3FF3E21D-F510-4468-AE34-9D10BFE81D72}" srcId="{6C904E8D-1386-4339-AB7F-F172734C08E4}" destId="{F3710D28-D49E-4590-A7FF-495A8E977014}" srcOrd="1" destOrd="0" parTransId="{FF76CAE5-AD6B-45A6-A2BD-69567C83A6F5}" sibTransId="{FAAA1492-4352-428A-8342-751F2D16901F}"/>
    <dgm:cxn modelId="{28E01A28-A8F1-4DF0-95E8-A5279F2919D9}" type="presOf" srcId="{EEFD10DA-3404-4D6E-A524-3D24E6371066}" destId="{A263E0DE-F24E-4710-9FD8-B470F41A2480}" srcOrd="1" destOrd="1" presId="urn:microsoft.com/office/officeart/2005/8/layout/hProcess4"/>
    <dgm:cxn modelId="{13B3F328-3D71-4AE3-84CD-BA7271A7A3AB}" srcId="{51040F58-39BE-481E-90BE-287A4FE6E767}" destId="{E3A30199-1C08-43E2-9036-9A4209E17371}" srcOrd="0" destOrd="0" parTransId="{5743A67C-DADB-408C-AB34-4D72968B7920}" sibTransId="{CECFC55B-319D-43C7-ADC1-E967BE7C0C07}"/>
    <dgm:cxn modelId="{EE11C333-1170-434E-B93B-8B9F9700CE08}" type="presOf" srcId="{709A87B1-7AD9-414C-BC94-1D102FEE0B96}" destId="{7AAECB72-D1AF-4D4C-A490-33C97A7C382D}" srcOrd="0" destOrd="1" presId="urn:microsoft.com/office/officeart/2005/8/layout/hProcess4"/>
    <dgm:cxn modelId="{874A5834-11CC-4930-81F8-D1763769E6AA}" type="presOf" srcId="{51040F58-39BE-481E-90BE-287A4FE6E767}" destId="{012FE327-0E69-482F-8E16-8084E0BEADB1}" srcOrd="0" destOrd="0" presId="urn:microsoft.com/office/officeart/2005/8/layout/hProcess4"/>
    <dgm:cxn modelId="{E1E79735-46E0-4789-A08F-176072092523}" type="presOf" srcId="{F3710D28-D49E-4590-A7FF-495A8E977014}" destId="{C7C8BB31-E272-4C3F-888A-AFC00FFD27E0}" srcOrd="0" destOrd="1" presId="urn:microsoft.com/office/officeart/2005/8/layout/hProcess4"/>
    <dgm:cxn modelId="{58F53F3A-6F09-4BB5-8823-381C01235DED}" type="presOf" srcId="{B7B9993F-FF5D-4B71-A542-C1CCB9CBE505}" destId="{C7C8BB31-E272-4C3F-888A-AFC00FFD27E0}" srcOrd="0" destOrd="3" presId="urn:microsoft.com/office/officeart/2005/8/layout/hProcess4"/>
    <dgm:cxn modelId="{FBE8933F-E66A-495A-A94D-518635AF5D81}" type="presOf" srcId="{110F0666-47EA-4307-8C36-3368B160571C}" destId="{D96D8425-5B23-4CFD-B3C3-5E3CFFBC7338}" srcOrd="0" destOrd="0" presId="urn:microsoft.com/office/officeart/2005/8/layout/hProcess4"/>
    <dgm:cxn modelId="{CC3AAA5D-AD8D-44A9-A2F2-340371954D88}" type="presOf" srcId="{8BF6227D-4D60-4149-881B-97F7D7D7FB54}" destId="{A263E0DE-F24E-4710-9FD8-B470F41A2480}" srcOrd="1" destOrd="3" presId="urn:microsoft.com/office/officeart/2005/8/layout/hProcess4"/>
    <dgm:cxn modelId="{7833CB61-7F8E-4002-8388-58006901E341}" type="presOf" srcId="{CECFC55B-319D-43C7-ADC1-E967BE7C0C07}" destId="{BBB0F32E-103A-49FC-A319-21682CFAFDDD}" srcOrd="0" destOrd="0" presId="urn:microsoft.com/office/officeart/2005/8/layout/hProcess4"/>
    <dgm:cxn modelId="{9211C742-56CF-49AF-A307-13BAE59A7E1B}" type="presOf" srcId="{6C904E8D-1386-4339-AB7F-F172734C08E4}" destId="{D47C5E77-78FA-4831-98A3-CDE0E24DFC89}" srcOrd="0" destOrd="0" presId="urn:microsoft.com/office/officeart/2005/8/layout/hProcess4"/>
    <dgm:cxn modelId="{8E02A669-B604-4053-8708-3964D1D9735F}" type="presOf" srcId="{CD9A2F20-766F-47F3-B2C0-AB4E04A39DBD}" destId="{A263E0DE-F24E-4710-9FD8-B470F41A2480}" srcOrd="1" destOrd="2" presId="urn:microsoft.com/office/officeart/2005/8/layout/hProcess4"/>
    <dgm:cxn modelId="{605A624A-7DEA-40F8-9E97-B514CB3ACB6F}" srcId="{6C904E8D-1386-4339-AB7F-F172734C08E4}" destId="{D311E025-8B00-4ED8-B281-CB5EE050C1A7}" srcOrd="0" destOrd="0" parTransId="{669E68E5-8556-48AE-AE5F-49A976AC1BAC}" sibTransId="{86FB9CFE-5D31-45FE-A887-442DE0B03D29}"/>
    <dgm:cxn modelId="{6D406D6E-DE25-43E8-B204-40BA8C0F8F92}" type="presOf" srcId="{D311E025-8B00-4ED8-B281-CB5EE050C1A7}" destId="{5DB9AFDD-A9D1-4D61-AE69-15908CD827CC}" srcOrd="1" destOrd="0" presId="urn:microsoft.com/office/officeart/2005/8/layout/hProcess4"/>
    <dgm:cxn modelId="{63331570-2D20-4A99-ABE5-7977F62AFCF6}" type="presOf" srcId="{E3A30199-1C08-43E2-9036-9A4209E17371}" destId="{847A5CEB-5AA1-4721-BA85-83242F523BDE}" srcOrd="0" destOrd="0" presId="urn:microsoft.com/office/officeart/2005/8/layout/hProcess4"/>
    <dgm:cxn modelId="{F8396D71-8231-4C2B-9E4F-7EFD92E742E3}" type="presOf" srcId="{6F442154-A180-4A13-B74D-417F550BF589}" destId="{7E37F0E6-C9DB-4984-A819-1179EB2CB65E}" srcOrd="0" destOrd="0" presId="urn:microsoft.com/office/officeart/2005/8/layout/hProcess4"/>
    <dgm:cxn modelId="{698AD154-492B-47CE-B23B-E848ACE38C63}" type="presOf" srcId="{1D9666F1-C103-4E71-BDCC-CE59C9AEFD77}" destId="{C7C8BB31-E272-4C3F-888A-AFC00FFD27E0}" srcOrd="0" destOrd="2" presId="urn:microsoft.com/office/officeart/2005/8/layout/hProcess4"/>
    <dgm:cxn modelId="{4AFFCC78-72DD-47A9-ACCE-DD827FD4E851}" srcId="{51040F58-39BE-481E-90BE-287A4FE6E767}" destId="{6F442154-A180-4A13-B74D-417F550BF589}" srcOrd="2" destOrd="0" parTransId="{0D4FB548-0D1E-433A-98A4-2D56802C77C9}" sibTransId="{09A24BBF-14BE-40E8-8C4D-C29A3D1B2F4C}"/>
    <dgm:cxn modelId="{8E775C7C-7166-4F00-93B8-69A6B1DA21E6}" srcId="{E3A30199-1C08-43E2-9036-9A4209E17371}" destId="{BA890B70-96A7-4390-B732-D2F025704943}" srcOrd="0" destOrd="0" parTransId="{3698A76A-87A7-4714-BCF2-7F9B68B32860}" sibTransId="{402164E0-C0D8-4A36-BF17-C147F0DCAF1A}"/>
    <dgm:cxn modelId="{5C5BA880-63AC-488E-A562-2A5133566246}" type="presOf" srcId="{CD9A2F20-766F-47F3-B2C0-AB4E04A39DBD}" destId="{3B394D0E-D1B9-44FE-BD25-6A305C7863D4}" srcOrd="0" destOrd="2" presId="urn:microsoft.com/office/officeart/2005/8/layout/hProcess4"/>
    <dgm:cxn modelId="{880C2887-99A2-42DC-96C1-97F6B27171E6}" type="presOf" srcId="{F88497D2-C160-4632-84B8-9BB16905EB43}" destId="{54E147B7-C2B8-4D82-89A3-442A63672D38}" srcOrd="1" destOrd="0" presId="urn:microsoft.com/office/officeart/2005/8/layout/hProcess4"/>
    <dgm:cxn modelId="{CDB58491-5CAC-48D0-8F84-30B59C92E40F}" type="presOf" srcId="{BA890B70-96A7-4390-B732-D2F025704943}" destId="{3B394D0E-D1B9-44FE-BD25-6A305C7863D4}" srcOrd="0" destOrd="0" presId="urn:microsoft.com/office/officeart/2005/8/layout/hProcess4"/>
    <dgm:cxn modelId="{FF9DAD9B-51A6-4663-B14A-B184D094840E}" srcId="{6F442154-A180-4A13-B74D-417F550BF589}" destId="{F88497D2-C160-4632-84B8-9BB16905EB43}" srcOrd="0" destOrd="0" parTransId="{1C386925-E859-4A61-96F4-1BDC66D69B12}" sibTransId="{3744A6AE-F885-43FB-8963-71E0701A1B8C}"/>
    <dgm:cxn modelId="{4CA2879F-1301-43D1-8D0B-29E01D5AAB3F}" type="presOf" srcId="{B7B9993F-FF5D-4B71-A542-C1CCB9CBE505}" destId="{5DB9AFDD-A9D1-4D61-AE69-15908CD827CC}" srcOrd="1" destOrd="3" presId="urn:microsoft.com/office/officeart/2005/8/layout/hProcess4"/>
    <dgm:cxn modelId="{677125A2-8322-44D6-9F28-DAFE30F9FF95}" type="presOf" srcId="{1D9666F1-C103-4E71-BDCC-CE59C9AEFD77}" destId="{5DB9AFDD-A9D1-4D61-AE69-15908CD827CC}" srcOrd="1" destOrd="2" presId="urn:microsoft.com/office/officeart/2005/8/layout/hProcess4"/>
    <dgm:cxn modelId="{271602A3-BD6C-448D-9DBC-F8C057714383}" type="presOf" srcId="{ED6B09D6-92C8-4552-B095-46FA7096E635}" destId="{C7C8BB31-E272-4C3F-888A-AFC00FFD27E0}" srcOrd="0" destOrd="4" presId="urn:microsoft.com/office/officeart/2005/8/layout/hProcess4"/>
    <dgm:cxn modelId="{75DB76B0-5A13-4B44-8A7B-8F0EB4D0D3C4}" type="presOf" srcId="{ED6B09D6-92C8-4552-B095-46FA7096E635}" destId="{5DB9AFDD-A9D1-4D61-AE69-15908CD827CC}" srcOrd="1" destOrd="4" presId="urn:microsoft.com/office/officeart/2005/8/layout/hProcess4"/>
    <dgm:cxn modelId="{F6A31FB6-6457-4583-9AE6-BCBFDCBD407E}" type="presOf" srcId="{F3710D28-D49E-4590-A7FF-495A8E977014}" destId="{5DB9AFDD-A9D1-4D61-AE69-15908CD827CC}" srcOrd="1" destOrd="1" presId="urn:microsoft.com/office/officeart/2005/8/layout/hProcess4"/>
    <dgm:cxn modelId="{1ED86FBC-BF73-4A2F-9289-66BB13F2CD74}" srcId="{E3A30199-1C08-43E2-9036-9A4209E17371}" destId="{8BF6227D-4D60-4149-881B-97F7D7D7FB54}" srcOrd="3" destOrd="0" parTransId="{C55FE2DA-23FA-40EA-A04D-E600A4368199}" sibTransId="{7768784D-5B96-46BA-ADFA-3476F7A3D393}"/>
    <dgm:cxn modelId="{07A2FFC5-2F69-4322-8EAD-A68030EE7F8C}" type="presOf" srcId="{8BF6227D-4D60-4149-881B-97F7D7D7FB54}" destId="{3B394D0E-D1B9-44FE-BD25-6A305C7863D4}" srcOrd="0" destOrd="3" presId="urn:microsoft.com/office/officeart/2005/8/layout/hProcess4"/>
    <dgm:cxn modelId="{D4D012D0-FDD0-4949-AAD4-C3DDCCB20D7D}" type="presOf" srcId="{D311E025-8B00-4ED8-B281-CB5EE050C1A7}" destId="{C7C8BB31-E272-4C3F-888A-AFC00FFD27E0}" srcOrd="0" destOrd="0" presId="urn:microsoft.com/office/officeart/2005/8/layout/hProcess4"/>
    <dgm:cxn modelId="{5A8BA5D1-EEF1-412A-A91B-9B002AF186F5}" type="presOf" srcId="{709A87B1-7AD9-414C-BC94-1D102FEE0B96}" destId="{54E147B7-C2B8-4D82-89A3-442A63672D38}" srcOrd="1" destOrd="1" presId="urn:microsoft.com/office/officeart/2005/8/layout/hProcess4"/>
    <dgm:cxn modelId="{D1EB3DD4-E50D-4AFD-945C-A2D51FE20F32}" srcId="{6C904E8D-1386-4339-AB7F-F172734C08E4}" destId="{B7B9993F-FF5D-4B71-A542-C1CCB9CBE505}" srcOrd="3" destOrd="0" parTransId="{EE4954FE-5930-4D60-B2A2-1C6E500D920D}" sibTransId="{39FEBBE4-A6E0-48B0-AD79-D721D80DBDA4}"/>
    <dgm:cxn modelId="{4008E9D5-EB96-444F-A0F2-B17902FBA585}" type="presOf" srcId="{FA3DBC44-D868-4BD1-B307-F930ED0A2787}" destId="{7AAECB72-D1AF-4D4C-A490-33C97A7C382D}" srcOrd="0" destOrd="2" presId="urn:microsoft.com/office/officeart/2005/8/layout/hProcess4"/>
    <dgm:cxn modelId="{FE4F97DF-D8DF-4BAD-98A3-8544623E54D6}" type="presOf" srcId="{EEFD10DA-3404-4D6E-A524-3D24E6371066}" destId="{3B394D0E-D1B9-44FE-BD25-6A305C7863D4}" srcOrd="0" destOrd="1" presId="urn:microsoft.com/office/officeart/2005/8/layout/hProcess4"/>
    <dgm:cxn modelId="{41AFF9E3-3623-4809-A3D5-BF20D5FB5DEB}" srcId="{E3A30199-1C08-43E2-9036-9A4209E17371}" destId="{EEFD10DA-3404-4D6E-A524-3D24E6371066}" srcOrd="1" destOrd="0" parTransId="{3F894429-DE16-407C-AA3C-2EA2E821A7EA}" sibTransId="{44906361-7A5B-4650-A828-97731594A680}"/>
    <dgm:cxn modelId="{2F030DF0-99F6-451E-8D54-AB618246AD8A}" srcId="{6C904E8D-1386-4339-AB7F-F172734C08E4}" destId="{ED6B09D6-92C8-4552-B095-46FA7096E635}" srcOrd="4" destOrd="0" parTransId="{2BD1B1E5-95C0-4726-82A0-26B4E3664ABA}" sibTransId="{34C16EF3-00BD-408E-9671-75C51C6FE0A0}"/>
    <dgm:cxn modelId="{D2C3DFFA-360B-4EAD-93C4-32CB60F64C7E}" type="presOf" srcId="{BA890B70-96A7-4390-B732-D2F025704943}" destId="{A263E0DE-F24E-4710-9FD8-B470F41A2480}" srcOrd="1" destOrd="0" presId="urn:microsoft.com/office/officeart/2005/8/layout/hProcess4"/>
    <dgm:cxn modelId="{741A43FC-7842-484C-8AC9-414827EF6781}" type="presOf" srcId="{F88497D2-C160-4632-84B8-9BB16905EB43}" destId="{7AAECB72-D1AF-4D4C-A490-33C97A7C382D}" srcOrd="0" destOrd="0" presId="urn:microsoft.com/office/officeart/2005/8/layout/hProcess4"/>
    <dgm:cxn modelId="{2F73B383-31B9-40CB-8648-4FA86710FFB1}" type="presParOf" srcId="{012FE327-0E69-482F-8E16-8084E0BEADB1}" destId="{E4A699FB-6B61-43B6-B0F2-01455676D9E5}" srcOrd="0" destOrd="0" presId="urn:microsoft.com/office/officeart/2005/8/layout/hProcess4"/>
    <dgm:cxn modelId="{A9CC9A9F-672D-4AA0-8E26-4073EBB48E29}" type="presParOf" srcId="{012FE327-0E69-482F-8E16-8084E0BEADB1}" destId="{64F3FB9B-C075-447C-872B-E91A7424D017}" srcOrd="1" destOrd="0" presId="urn:microsoft.com/office/officeart/2005/8/layout/hProcess4"/>
    <dgm:cxn modelId="{4D12F258-5811-4C71-8638-8301D6EB272C}" type="presParOf" srcId="{012FE327-0E69-482F-8E16-8084E0BEADB1}" destId="{2539D7AA-29B3-47C7-A154-075553F6DBC4}" srcOrd="2" destOrd="0" presId="urn:microsoft.com/office/officeart/2005/8/layout/hProcess4"/>
    <dgm:cxn modelId="{8D68AC9C-F491-4349-9808-1E62F7285F91}" type="presParOf" srcId="{2539D7AA-29B3-47C7-A154-075553F6DBC4}" destId="{F578662E-0034-4B09-B6FC-A60F08AE1C61}" srcOrd="0" destOrd="0" presId="urn:microsoft.com/office/officeart/2005/8/layout/hProcess4"/>
    <dgm:cxn modelId="{77702A70-468F-4AB6-A4F6-9E6B7C26674A}" type="presParOf" srcId="{F578662E-0034-4B09-B6FC-A60F08AE1C61}" destId="{FD17B7DB-A88E-4A5F-9878-1743405D6204}" srcOrd="0" destOrd="0" presId="urn:microsoft.com/office/officeart/2005/8/layout/hProcess4"/>
    <dgm:cxn modelId="{4D5F375D-9E4E-4300-A3D9-D8B044B6772C}" type="presParOf" srcId="{F578662E-0034-4B09-B6FC-A60F08AE1C61}" destId="{3B394D0E-D1B9-44FE-BD25-6A305C7863D4}" srcOrd="1" destOrd="0" presId="urn:microsoft.com/office/officeart/2005/8/layout/hProcess4"/>
    <dgm:cxn modelId="{A37891B0-DDB9-4DA5-AA9B-D03216E4F5BC}" type="presParOf" srcId="{F578662E-0034-4B09-B6FC-A60F08AE1C61}" destId="{A263E0DE-F24E-4710-9FD8-B470F41A2480}" srcOrd="2" destOrd="0" presId="urn:microsoft.com/office/officeart/2005/8/layout/hProcess4"/>
    <dgm:cxn modelId="{294585ED-C2D4-4A5A-B7D8-3F8292D885A2}" type="presParOf" srcId="{F578662E-0034-4B09-B6FC-A60F08AE1C61}" destId="{847A5CEB-5AA1-4721-BA85-83242F523BDE}" srcOrd="3" destOrd="0" presId="urn:microsoft.com/office/officeart/2005/8/layout/hProcess4"/>
    <dgm:cxn modelId="{4F93E727-AEDA-4202-AD99-CF8C2C30D75E}" type="presParOf" srcId="{F578662E-0034-4B09-B6FC-A60F08AE1C61}" destId="{0D2FA2AE-380F-4898-8A35-4E4ED4ACC6F2}" srcOrd="4" destOrd="0" presId="urn:microsoft.com/office/officeart/2005/8/layout/hProcess4"/>
    <dgm:cxn modelId="{1C5DA6CF-ED9A-4A6B-BC49-29B7C2C6E6D8}" type="presParOf" srcId="{2539D7AA-29B3-47C7-A154-075553F6DBC4}" destId="{BBB0F32E-103A-49FC-A319-21682CFAFDDD}" srcOrd="1" destOrd="0" presId="urn:microsoft.com/office/officeart/2005/8/layout/hProcess4"/>
    <dgm:cxn modelId="{85D47A0C-0AC8-428E-BD76-8CA723A696C9}" type="presParOf" srcId="{2539D7AA-29B3-47C7-A154-075553F6DBC4}" destId="{ABADEEA2-E597-47BC-9FF4-2D4D2E781F42}" srcOrd="2" destOrd="0" presId="urn:microsoft.com/office/officeart/2005/8/layout/hProcess4"/>
    <dgm:cxn modelId="{18BBD1DB-30B2-4037-B03F-DBC8065B71DE}" type="presParOf" srcId="{ABADEEA2-E597-47BC-9FF4-2D4D2E781F42}" destId="{BDA20E94-F086-4C54-961C-8F11CE6F6A10}" srcOrd="0" destOrd="0" presId="urn:microsoft.com/office/officeart/2005/8/layout/hProcess4"/>
    <dgm:cxn modelId="{30375DB7-81CD-4CF7-81E1-FB94041D6EA3}" type="presParOf" srcId="{ABADEEA2-E597-47BC-9FF4-2D4D2E781F42}" destId="{C7C8BB31-E272-4C3F-888A-AFC00FFD27E0}" srcOrd="1" destOrd="0" presId="urn:microsoft.com/office/officeart/2005/8/layout/hProcess4"/>
    <dgm:cxn modelId="{FBBC6060-3D08-446D-BB23-4BB7663617C4}" type="presParOf" srcId="{ABADEEA2-E597-47BC-9FF4-2D4D2E781F42}" destId="{5DB9AFDD-A9D1-4D61-AE69-15908CD827CC}" srcOrd="2" destOrd="0" presId="urn:microsoft.com/office/officeart/2005/8/layout/hProcess4"/>
    <dgm:cxn modelId="{B7B25830-F36A-4F1F-B367-F78BDF551513}" type="presParOf" srcId="{ABADEEA2-E597-47BC-9FF4-2D4D2E781F42}" destId="{D47C5E77-78FA-4831-98A3-CDE0E24DFC89}" srcOrd="3" destOrd="0" presId="urn:microsoft.com/office/officeart/2005/8/layout/hProcess4"/>
    <dgm:cxn modelId="{4B8F1735-4FF5-4987-9602-C85C4D129C92}" type="presParOf" srcId="{ABADEEA2-E597-47BC-9FF4-2D4D2E781F42}" destId="{A7023E12-5EDA-43C1-9C3C-0F31EA970AC3}" srcOrd="4" destOrd="0" presId="urn:microsoft.com/office/officeart/2005/8/layout/hProcess4"/>
    <dgm:cxn modelId="{BD6A18FD-96C9-45C0-8FC3-2FE7BA60315B}" type="presParOf" srcId="{2539D7AA-29B3-47C7-A154-075553F6DBC4}" destId="{D96D8425-5B23-4CFD-B3C3-5E3CFFBC7338}" srcOrd="3" destOrd="0" presId="urn:microsoft.com/office/officeart/2005/8/layout/hProcess4"/>
    <dgm:cxn modelId="{24899C84-52D6-4293-9D39-69A96F5D74D4}" type="presParOf" srcId="{2539D7AA-29B3-47C7-A154-075553F6DBC4}" destId="{61010C4C-29D9-4D4C-9C94-A718D220FD7E}" srcOrd="4" destOrd="0" presId="urn:microsoft.com/office/officeart/2005/8/layout/hProcess4"/>
    <dgm:cxn modelId="{7860B3B8-4195-43B6-A76D-F453DA4D6561}" type="presParOf" srcId="{61010C4C-29D9-4D4C-9C94-A718D220FD7E}" destId="{2329A56F-F500-412B-850D-85AB2E951A85}" srcOrd="0" destOrd="0" presId="urn:microsoft.com/office/officeart/2005/8/layout/hProcess4"/>
    <dgm:cxn modelId="{2D17D2EE-D9E1-4690-8419-7F7F4CEE8CC4}" type="presParOf" srcId="{61010C4C-29D9-4D4C-9C94-A718D220FD7E}" destId="{7AAECB72-D1AF-4D4C-A490-33C97A7C382D}" srcOrd="1" destOrd="0" presId="urn:microsoft.com/office/officeart/2005/8/layout/hProcess4"/>
    <dgm:cxn modelId="{3AB74AEB-B5DB-45EE-BD35-69980C1C072C}" type="presParOf" srcId="{61010C4C-29D9-4D4C-9C94-A718D220FD7E}" destId="{54E147B7-C2B8-4D82-89A3-442A63672D38}" srcOrd="2" destOrd="0" presId="urn:microsoft.com/office/officeart/2005/8/layout/hProcess4"/>
    <dgm:cxn modelId="{BD135207-C0AF-49A8-A3D5-EC8CC68DBC7E}" type="presParOf" srcId="{61010C4C-29D9-4D4C-9C94-A718D220FD7E}" destId="{7E37F0E6-C9DB-4984-A819-1179EB2CB65E}" srcOrd="3" destOrd="0" presId="urn:microsoft.com/office/officeart/2005/8/layout/hProcess4"/>
    <dgm:cxn modelId="{9AE90C1F-A6CA-41B3-B4BB-53FF85981BA6}" type="presParOf" srcId="{61010C4C-29D9-4D4C-9C94-A718D220FD7E}" destId="{2AC3C699-1B49-4B18-86D9-9C2D8F063CF7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800D7A0-3466-48B4-BDCB-831E09EB170C}" type="doc">
      <dgm:prSet loTypeId="urn:microsoft.com/office/officeart/2005/8/layout/vProcess5" loCatId="process" qsTypeId="urn:microsoft.com/office/officeart/2005/8/quickstyle/simple1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E7A13040-1C29-4932-AAF2-B94DF75E2537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</a:rPr>
            <a:t>finding information that is relevant</a:t>
          </a:r>
        </a:p>
      </dgm:t>
    </dgm:pt>
    <dgm:pt modelId="{00749DAC-AD8C-4BBC-BCED-3B02931FF24B}" type="parTrans" cxnId="{082BD563-A1FD-4FA6-9410-537993ED7325}">
      <dgm:prSet/>
      <dgm:spPr/>
      <dgm:t>
        <a:bodyPr/>
        <a:lstStyle/>
        <a:p>
          <a:endParaRPr lang="en-US"/>
        </a:p>
      </dgm:t>
    </dgm:pt>
    <dgm:pt modelId="{801A9CD6-B72F-468A-B98D-877F68257430}" type="sibTrans" cxnId="{082BD563-A1FD-4FA6-9410-537993ED7325}">
      <dgm:prSet/>
      <dgm:spPr/>
      <dgm:t>
        <a:bodyPr/>
        <a:lstStyle/>
        <a:p>
          <a:endParaRPr lang="en-US"/>
        </a:p>
      </dgm:t>
    </dgm:pt>
    <dgm:pt modelId="{04BDD12C-1AE4-4F7C-8098-671ACAF59ABD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</a:rPr>
            <a:t>understanding what the documentation says</a:t>
          </a:r>
        </a:p>
      </dgm:t>
    </dgm:pt>
    <dgm:pt modelId="{7C59DAD3-EFDD-4A42-B904-02B3C1BB0353}" type="parTrans" cxnId="{F2E84BBA-92A6-405B-B253-EEDD06A633BA}">
      <dgm:prSet/>
      <dgm:spPr/>
      <dgm:t>
        <a:bodyPr/>
        <a:lstStyle/>
        <a:p>
          <a:endParaRPr lang="en-US"/>
        </a:p>
      </dgm:t>
    </dgm:pt>
    <dgm:pt modelId="{F809ED0C-033D-49A0-BD83-03DDA98D4B92}" type="sibTrans" cxnId="{F2E84BBA-92A6-405B-B253-EEDD06A633BA}">
      <dgm:prSet/>
      <dgm:spPr/>
      <dgm:t>
        <a:bodyPr/>
        <a:lstStyle/>
        <a:p>
          <a:endParaRPr lang="en-US"/>
        </a:p>
      </dgm:t>
    </dgm:pt>
    <dgm:pt modelId="{352AE75C-7709-4528-988F-4443ACAC643B}">
      <dgm:prSet/>
      <dgm:spPr/>
      <dgm:t>
        <a:bodyPr/>
        <a:lstStyle/>
        <a:p>
          <a:pPr rtl="0"/>
          <a:r>
            <a:rPr lang="en-US" dirty="0">
              <a:solidFill>
                <a:srgbClr val="002060"/>
              </a:solidFill>
            </a:rPr>
            <a:t>applying that understanding to the current task to solve the problem </a:t>
          </a:r>
        </a:p>
      </dgm:t>
    </dgm:pt>
    <dgm:pt modelId="{AA14C21A-241F-4BFE-B183-50F072B4CA55}" type="parTrans" cxnId="{A5C73B09-C112-4AB2-8FC3-AD0CD4E7891C}">
      <dgm:prSet/>
      <dgm:spPr/>
      <dgm:t>
        <a:bodyPr/>
        <a:lstStyle/>
        <a:p>
          <a:endParaRPr lang="en-US"/>
        </a:p>
      </dgm:t>
    </dgm:pt>
    <dgm:pt modelId="{75FC67C5-82DA-4DFF-AF57-9A3ED6F0AFAA}" type="sibTrans" cxnId="{A5C73B09-C112-4AB2-8FC3-AD0CD4E7891C}">
      <dgm:prSet/>
      <dgm:spPr/>
      <dgm:t>
        <a:bodyPr/>
        <a:lstStyle/>
        <a:p>
          <a:endParaRPr lang="en-US"/>
        </a:p>
      </dgm:t>
    </dgm:pt>
    <dgm:pt modelId="{D9CBF875-92F7-485A-8CE0-A1A9DB64E0E6}" type="pres">
      <dgm:prSet presAssocID="{5800D7A0-3466-48B4-BDCB-831E09EB170C}" presName="outerComposite" presStyleCnt="0">
        <dgm:presLayoutVars>
          <dgm:chMax val="5"/>
          <dgm:dir/>
          <dgm:resizeHandles val="exact"/>
        </dgm:presLayoutVars>
      </dgm:prSet>
      <dgm:spPr/>
    </dgm:pt>
    <dgm:pt modelId="{A8D2E44B-B9BE-4186-91D8-8451FADCC8FE}" type="pres">
      <dgm:prSet presAssocID="{5800D7A0-3466-48B4-BDCB-831E09EB170C}" presName="dummyMaxCanvas" presStyleCnt="0">
        <dgm:presLayoutVars/>
      </dgm:prSet>
      <dgm:spPr/>
    </dgm:pt>
    <dgm:pt modelId="{2056126D-A6E2-456B-A1A5-0924D8DA9205}" type="pres">
      <dgm:prSet presAssocID="{5800D7A0-3466-48B4-BDCB-831E09EB170C}" presName="ThreeNodes_1" presStyleLbl="node1" presStyleIdx="0" presStyleCnt="3" custLinFactNeighborX="991" custLinFactNeighborY="0">
        <dgm:presLayoutVars>
          <dgm:bulletEnabled val="1"/>
        </dgm:presLayoutVars>
      </dgm:prSet>
      <dgm:spPr/>
    </dgm:pt>
    <dgm:pt modelId="{2AD5C88D-C90C-405B-95CB-3C75082DECE4}" type="pres">
      <dgm:prSet presAssocID="{5800D7A0-3466-48B4-BDCB-831E09EB170C}" presName="ThreeNodes_2" presStyleLbl="node1" presStyleIdx="1" presStyleCnt="3">
        <dgm:presLayoutVars>
          <dgm:bulletEnabled val="1"/>
        </dgm:presLayoutVars>
      </dgm:prSet>
      <dgm:spPr/>
    </dgm:pt>
    <dgm:pt modelId="{1A3F0B8B-C015-4A25-A4A4-5BC8F4630359}" type="pres">
      <dgm:prSet presAssocID="{5800D7A0-3466-48B4-BDCB-831E09EB170C}" presName="ThreeNodes_3" presStyleLbl="node1" presStyleIdx="2" presStyleCnt="3">
        <dgm:presLayoutVars>
          <dgm:bulletEnabled val="1"/>
        </dgm:presLayoutVars>
      </dgm:prSet>
      <dgm:spPr/>
    </dgm:pt>
    <dgm:pt modelId="{2C87868B-FE22-4233-8190-A9FBDDEFB559}" type="pres">
      <dgm:prSet presAssocID="{5800D7A0-3466-48B4-BDCB-831E09EB170C}" presName="ThreeConn_1-2" presStyleLbl="fgAccFollowNode1" presStyleIdx="0" presStyleCnt="2">
        <dgm:presLayoutVars>
          <dgm:bulletEnabled val="1"/>
        </dgm:presLayoutVars>
      </dgm:prSet>
      <dgm:spPr/>
    </dgm:pt>
    <dgm:pt modelId="{98E3886D-3719-440F-80B9-77E095C2123C}" type="pres">
      <dgm:prSet presAssocID="{5800D7A0-3466-48B4-BDCB-831E09EB170C}" presName="ThreeConn_2-3" presStyleLbl="fgAccFollowNode1" presStyleIdx="1" presStyleCnt="2">
        <dgm:presLayoutVars>
          <dgm:bulletEnabled val="1"/>
        </dgm:presLayoutVars>
      </dgm:prSet>
      <dgm:spPr/>
    </dgm:pt>
    <dgm:pt modelId="{9D8D1088-96B5-48DC-8C7C-28FECE4C007D}" type="pres">
      <dgm:prSet presAssocID="{5800D7A0-3466-48B4-BDCB-831E09EB170C}" presName="ThreeNodes_1_text" presStyleLbl="node1" presStyleIdx="2" presStyleCnt="3">
        <dgm:presLayoutVars>
          <dgm:bulletEnabled val="1"/>
        </dgm:presLayoutVars>
      </dgm:prSet>
      <dgm:spPr/>
    </dgm:pt>
    <dgm:pt modelId="{C0ECFBB1-4B9A-43B7-B355-A651A7B5D854}" type="pres">
      <dgm:prSet presAssocID="{5800D7A0-3466-48B4-BDCB-831E09EB170C}" presName="ThreeNodes_2_text" presStyleLbl="node1" presStyleIdx="2" presStyleCnt="3">
        <dgm:presLayoutVars>
          <dgm:bulletEnabled val="1"/>
        </dgm:presLayoutVars>
      </dgm:prSet>
      <dgm:spPr/>
    </dgm:pt>
    <dgm:pt modelId="{C3E4E5D5-DF2E-4F12-8403-19D222FE839B}" type="pres">
      <dgm:prSet presAssocID="{5800D7A0-3466-48B4-BDCB-831E09EB170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A5C73B09-C112-4AB2-8FC3-AD0CD4E7891C}" srcId="{5800D7A0-3466-48B4-BDCB-831E09EB170C}" destId="{352AE75C-7709-4528-988F-4443ACAC643B}" srcOrd="2" destOrd="0" parTransId="{AA14C21A-241F-4BFE-B183-50F072B4CA55}" sibTransId="{75FC67C5-82DA-4DFF-AF57-9A3ED6F0AFAA}"/>
    <dgm:cxn modelId="{863A1C1B-98AD-4726-9D33-214CB505E79E}" type="presOf" srcId="{04BDD12C-1AE4-4F7C-8098-671ACAF59ABD}" destId="{C0ECFBB1-4B9A-43B7-B355-A651A7B5D854}" srcOrd="1" destOrd="0" presId="urn:microsoft.com/office/officeart/2005/8/layout/vProcess5"/>
    <dgm:cxn modelId="{E6F38B2F-9052-4389-AA79-949EE0173F81}" type="presOf" srcId="{5800D7A0-3466-48B4-BDCB-831E09EB170C}" destId="{D9CBF875-92F7-485A-8CE0-A1A9DB64E0E6}" srcOrd="0" destOrd="0" presId="urn:microsoft.com/office/officeart/2005/8/layout/vProcess5"/>
    <dgm:cxn modelId="{3539843D-B880-46DD-ACFA-593207819881}" type="presOf" srcId="{801A9CD6-B72F-468A-B98D-877F68257430}" destId="{2C87868B-FE22-4233-8190-A9FBDDEFB559}" srcOrd="0" destOrd="0" presId="urn:microsoft.com/office/officeart/2005/8/layout/vProcess5"/>
    <dgm:cxn modelId="{082BD563-A1FD-4FA6-9410-537993ED7325}" srcId="{5800D7A0-3466-48B4-BDCB-831E09EB170C}" destId="{E7A13040-1C29-4932-AAF2-B94DF75E2537}" srcOrd="0" destOrd="0" parTransId="{00749DAC-AD8C-4BBC-BCED-3B02931FF24B}" sibTransId="{801A9CD6-B72F-468A-B98D-877F68257430}"/>
    <dgm:cxn modelId="{CBA06D66-F1F2-463D-B73F-47113D828375}" type="presOf" srcId="{352AE75C-7709-4528-988F-4443ACAC643B}" destId="{1A3F0B8B-C015-4A25-A4A4-5BC8F4630359}" srcOrd="0" destOrd="0" presId="urn:microsoft.com/office/officeart/2005/8/layout/vProcess5"/>
    <dgm:cxn modelId="{C2A4E86F-A1D0-4168-8218-F70B17ED3786}" type="presOf" srcId="{04BDD12C-1AE4-4F7C-8098-671ACAF59ABD}" destId="{2AD5C88D-C90C-405B-95CB-3C75082DECE4}" srcOrd="0" destOrd="0" presId="urn:microsoft.com/office/officeart/2005/8/layout/vProcess5"/>
    <dgm:cxn modelId="{D2EAA573-0B67-4D05-BBD8-D8D9AD8C9188}" type="presOf" srcId="{352AE75C-7709-4528-988F-4443ACAC643B}" destId="{C3E4E5D5-DF2E-4F12-8403-19D222FE839B}" srcOrd="1" destOrd="0" presId="urn:microsoft.com/office/officeart/2005/8/layout/vProcess5"/>
    <dgm:cxn modelId="{AE812BA0-B87B-4CF0-9B25-21987F70B72D}" type="presOf" srcId="{E7A13040-1C29-4932-AAF2-B94DF75E2537}" destId="{9D8D1088-96B5-48DC-8C7C-28FECE4C007D}" srcOrd="1" destOrd="0" presId="urn:microsoft.com/office/officeart/2005/8/layout/vProcess5"/>
    <dgm:cxn modelId="{F2E84BBA-92A6-405B-B253-EEDD06A633BA}" srcId="{5800D7A0-3466-48B4-BDCB-831E09EB170C}" destId="{04BDD12C-1AE4-4F7C-8098-671ACAF59ABD}" srcOrd="1" destOrd="0" parTransId="{7C59DAD3-EFDD-4A42-B904-02B3C1BB0353}" sibTransId="{F809ED0C-033D-49A0-BD83-03DDA98D4B92}"/>
    <dgm:cxn modelId="{25E9ABD2-76AC-4F4C-A7D3-B1B60AE224B9}" type="presOf" srcId="{F809ED0C-033D-49A0-BD83-03DDA98D4B92}" destId="{98E3886D-3719-440F-80B9-77E095C2123C}" srcOrd="0" destOrd="0" presId="urn:microsoft.com/office/officeart/2005/8/layout/vProcess5"/>
    <dgm:cxn modelId="{3E2DD8F8-AACB-4E7D-99B8-19370C0E6421}" type="presOf" srcId="{E7A13040-1C29-4932-AAF2-B94DF75E2537}" destId="{2056126D-A6E2-456B-A1A5-0924D8DA9205}" srcOrd="0" destOrd="0" presId="urn:microsoft.com/office/officeart/2005/8/layout/vProcess5"/>
    <dgm:cxn modelId="{E32F6897-A2E4-4D12-8E20-7E0B271A6E1E}" type="presParOf" srcId="{D9CBF875-92F7-485A-8CE0-A1A9DB64E0E6}" destId="{A8D2E44B-B9BE-4186-91D8-8451FADCC8FE}" srcOrd="0" destOrd="0" presId="urn:microsoft.com/office/officeart/2005/8/layout/vProcess5"/>
    <dgm:cxn modelId="{3EAF834A-71FD-4721-9835-BA8289D39D4E}" type="presParOf" srcId="{D9CBF875-92F7-485A-8CE0-A1A9DB64E0E6}" destId="{2056126D-A6E2-456B-A1A5-0924D8DA9205}" srcOrd="1" destOrd="0" presId="urn:microsoft.com/office/officeart/2005/8/layout/vProcess5"/>
    <dgm:cxn modelId="{69D92DD4-741F-4ABD-B5E1-2FD794C50B77}" type="presParOf" srcId="{D9CBF875-92F7-485A-8CE0-A1A9DB64E0E6}" destId="{2AD5C88D-C90C-405B-95CB-3C75082DECE4}" srcOrd="2" destOrd="0" presId="urn:microsoft.com/office/officeart/2005/8/layout/vProcess5"/>
    <dgm:cxn modelId="{A4762BF3-E614-44FF-BE1B-96738D576E4C}" type="presParOf" srcId="{D9CBF875-92F7-485A-8CE0-A1A9DB64E0E6}" destId="{1A3F0B8B-C015-4A25-A4A4-5BC8F4630359}" srcOrd="3" destOrd="0" presId="urn:microsoft.com/office/officeart/2005/8/layout/vProcess5"/>
    <dgm:cxn modelId="{F6997486-CE8C-4B14-A2D5-D333C096CE35}" type="presParOf" srcId="{D9CBF875-92F7-485A-8CE0-A1A9DB64E0E6}" destId="{2C87868B-FE22-4233-8190-A9FBDDEFB559}" srcOrd="4" destOrd="0" presId="urn:microsoft.com/office/officeart/2005/8/layout/vProcess5"/>
    <dgm:cxn modelId="{123AA448-61D2-48B4-8F2D-D4026BAF27A9}" type="presParOf" srcId="{D9CBF875-92F7-485A-8CE0-A1A9DB64E0E6}" destId="{98E3886D-3719-440F-80B9-77E095C2123C}" srcOrd="5" destOrd="0" presId="urn:microsoft.com/office/officeart/2005/8/layout/vProcess5"/>
    <dgm:cxn modelId="{FB93F214-F29A-431E-9B8D-79E79ACFA529}" type="presParOf" srcId="{D9CBF875-92F7-485A-8CE0-A1A9DB64E0E6}" destId="{9D8D1088-96B5-48DC-8C7C-28FECE4C007D}" srcOrd="6" destOrd="0" presId="urn:microsoft.com/office/officeart/2005/8/layout/vProcess5"/>
    <dgm:cxn modelId="{2A5B7AC0-F56D-4BD9-9C89-91F5FE5E2905}" type="presParOf" srcId="{D9CBF875-92F7-485A-8CE0-A1A9DB64E0E6}" destId="{C0ECFBB1-4B9A-43B7-B355-A651A7B5D854}" srcOrd="7" destOrd="0" presId="urn:microsoft.com/office/officeart/2005/8/layout/vProcess5"/>
    <dgm:cxn modelId="{8D2C4657-3EC7-4248-AA63-831EE301251E}" type="presParOf" srcId="{D9CBF875-92F7-485A-8CE0-A1A9DB64E0E6}" destId="{C3E4E5D5-DF2E-4F12-8403-19D222FE839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46E9F7-66C7-4843-9BA7-DB838BE309AB}">
      <dsp:nvSpPr>
        <dsp:cNvPr id="0" name=""/>
        <dsp:cNvSpPr/>
      </dsp:nvSpPr>
      <dsp:spPr>
        <a:xfrm>
          <a:off x="0" y="665278"/>
          <a:ext cx="1983878" cy="1190327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word length</a:t>
          </a:r>
        </a:p>
      </dsp:txBody>
      <dsp:txXfrm>
        <a:off x="0" y="665278"/>
        <a:ext cx="1983878" cy="1190327"/>
      </dsp:txXfrm>
    </dsp:sp>
    <dsp:sp modelId="{31740592-EF0F-465C-914C-BC8FEFA25046}">
      <dsp:nvSpPr>
        <dsp:cNvPr id="0" name=""/>
        <dsp:cNvSpPr/>
      </dsp:nvSpPr>
      <dsp:spPr>
        <a:xfrm>
          <a:off x="2174926" y="665278"/>
          <a:ext cx="1983878" cy="1190327"/>
        </a:xfrm>
        <a:prstGeom prst="rect">
          <a:avLst/>
        </a:prstGeom>
        <a:solidFill>
          <a:schemeClr val="accent6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bg1"/>
              </a:solidFill>
            </a:rPr>
            <a:t>word commonality</a:t>
          </a:r>
        </a:p>
      </dsp:txBody>
      <dsp:txXfrm>
        <a:off x="2174926" y="665278"/>
        <a:ext cx="1983878" cy="1190327"/>
      </dsp:txXfrm>
    </dsp:sp>
    <dsp:sp modelId="{44CB1F4C-BCD9-4657-B9B8-47120118D1B0}">
      <dsp:nvSpPr>
        <dsp:cNvPr id="0" name=""/>
        <dsp:cNvSpPr/>
      </dsp:nvSpPr>
      <dsp:spPr>
        <a:xfrm>
          <a:off x="4349832" y="665278"/>
          <a:ext cx="1983878" cy="1190327"/>
        </a:xfrm>
        <a:prstGeom prst="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sentence length</a:t>
          </a:r>
        </a:p>
      </dsp:txBody>
      <dsp:txXfrm>
        <a:off x="4349832" y="665278"/>
        <a:ext cx="1983878" cy="1190327"/>
      </dsp:txXfrm>
    </dsp:sp>
    <dsp:sp modelId="{A4B08B74-B6D2-4CFC-97A1-6D493619E994}">
      <dsp:nvSpPr>
        <dsp:cNvPr id="0" name=""/>
        <dsp:cNvSpPr/>
      </dsp:nvSpPr>
      <dsp:spPr>
        <a:xfrm>
          <a:off x="1091133" y="2039912"/>
          <a:ext cx="1983878" cy="1190327"/>
        </a:xfrm>
        <a:prstGeom prst="rect">
          <a:avLst/>
        </a:prstGeom>
        <a:solidFill>
          <a:schemeClr val="tx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>
              <a:solidFill>
                <a:schemeClr val="tx1"/>
              </a:solidFill>
            </a:rPr>
            <a:t>number of syllables in a sentence</a:t>
          </a:r>
        </a:p>
      </dsp:txBody>
      <dsp:txXfrm>
        <a:off x="1091133" y="2039912"/>
        <a:ext cx="1983878" cy="1190327"/>
      </dsp:txXfrm>
    </dsp:sp>
    <dsp:sp modelId="{E8F72701-A5BE-4941-842D-49DDB05139EA}">
      <dsp:nvSpPr>
        <dsp:cNvPr id="0" name=""/>
        <dsp:cNvSpPr/>
      </dsp:nvSpPr>
      <dsp:spPr>
        <a:xfrm>
          <a:off x="3273399" y="2039912"/>
          <a:ext cx="1983878" cy="1190327"/>
        </a:xfrm>
        <a:prstGeom prst="rect">
          <a:avLst/>
        </a:prstGeom>
        <a:solidFill>
          <a:schemeClr val="tx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Information organization, layout and formatting</a:t>
          </a:r>
        </a:p>
      </dsp:txBody>
      <dsp:txXfrm>
        <a:off x="3273399" y="2039912"/>
        <a:ext cx="1983878" cy="11903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1A3D4E-4240-494A-AA5D-D14B8B77549A}">
      <dsp:nvSpPr>
        <dsp:cNvPr id="0" name=""/>
        <dsp:cNvSpPr/>
      </dsp:nvSpPr>
      <dsp:spPr>
        <a:xfrm>
          <a:off x="0" y="340058"/>
          <a:ext cx="7239000" cy="1597050"/>
        </a:xfrm>
        <a:prstGeom prst="roundRect">
          <a:avLst/>
        </a:prstGeom>
        <a:solidFill>
          <a:schemeClr val="accent6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Write at a </a:t>
          </a:r>
          <a:r>
            <a:rPr lang="en-US" sz="3000" b="1" kern="1200" dirty="0">
              <a:solidFill>
                <a:schemeClr val="tx1"/>
              </a:solidFill>
            </a:rPr>
            <a:t>readability</a:t>
          </a:r>
          <a:r>
            <a:rPr lang="en-US" sz="3000" kern="1200" dirty="0">
              <a:solidFill>
                <a:schemeClr val="tx1"/>
              </a:solidFill>
            </a:rPr>
            <a:t> level below the reading skill level of the intended audience</a:t>
          </a:r>
          <a:r>
            <a:rPr lang="en-US" sz="3000" kern="1200" dirty="0"/>
            <a:t>.</a:t>
          </a:r>
        </a:p>
      </dsp:txBody>
      <dsp:txXfrm>
        <a:off x="77962" y="418020"/>
        <a:ext cx="7083076" cy="1441126"/>
      </dsp:txXfrm>
    </dsp:sp>
    <dsp:sp modelId="{D2FF1BBD-31E2-450D-A1A3-42F024A56294}">
      <dsp:nvSpPr>
        <dsp:cNvPr id="0" name=""/>
        <dsp:cNvSpPr/>
      </dsp:nvSpPr>
      <dsp:spPr>
        <a:xfrm>
          <a:off x="0" y="2125600"/>
          <a:ext cx="7239000" cy="1597050"/>
        </a:xfrm>
        <a:prstGeom prst="roundRect">
          <a:avLst/>
        </a:prstGeom>
        <a:solidFill>
          <a:schemeClr val="accent2">
            <a:lumMod val="20000"/>
            <a:lumOff val="8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>
              <a:solidFill>
                <a:schemeClr val="tx1"/>
              </a:solidFill>
            </a:rPr>
            <a:t>Apply all the other principles for clear writing and text presentation</a:t>
          </a:r>
        </a:p>
      </dsp:txBody>
      <dsp:txXfrm>
        <a:off x="77962" y="2203562"/>
        <a:ext cx="7083076" cy="144112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2F62DF-667E-4DA2-ACA8-27ED073D4B12}">
      <dsp:nvSpPr>
        <dsp:cNvPr id="0" name=""/>
        <dsp:cNvSpPr/>
      </dsp:nvSpPr>
      <dsp:spPr>
        <a:xfrm rot="5400000">
          <a:off x="3672304" y="-1424298"/>
          <a:ext cx="1144916" cy="3995070"/>
        </a:xfrm>
        <a:prstGeom prst="round2Same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Jargon, words, or terms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Abbreviations or acronyms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Word contractions, suffixes, and prefixes</a:t>
          </a:r>
        </a:p>
      </dsp:txBody>
      <dsp:txXfrm rot="-5400000">
        <a:off x="2247227" y="56669"/>
        <a:ext cx="3939180" cy="1033136"/>
      </dsp:txXfrm>
    </dsp:sp>
    <dsp:sp modelId="{7B8C59DE-1A37-45CF-9A22-E0D335B0F2D9}">
      <dsp:nvSpPr>
        <dsp:cNvPr id="0" name=""/>
        <dsp:cNvSpPr/>
      </dsp:nvSpPr>
      <dsp:spPr>
        <a:xfrm>
          <a:off x="0" y="27439"/>
          <a:ext cx="2247227" cy="1091595"/>
        </a:xfrm>
        <a:prstGeom prst="roundRect">
          <a:avLst/>
        </a:prstGeom>
        <a:solidFill>
          <a:schemeClr val="accent2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Do not use</a:t>
          </a:r>
        </a:p>
      </dsp:txBody>
      <dsp:txXfrm>
        <a:off x="53287" y="80726"/>
        <a:ext cx="2140653" cy="985021"/>
      </dsp:txXfrm>
    </dsp:sp>
    <dsp:sp modelId="{5B9A6212-F7BD-4B62-B66C-0B06AF6E5F83}">
      <dsp:nvSpPr>
        <dsp:cNvPr id="0" name=""/>
        <dsp:cNvSpPr/>
      </dsp:nvSpPr>
      <dsp:spPr>
        <a:xfrm rot="5400000">
          <a:off x="3014714" y="451712"/>
          <a:ext cx="2460097" cy="3995070"/>
        </a:xfrm>
        <a:prstGeom prst="round2SameRect">
          <a:avLst/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Short, familiar words.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Standard alphabetic characters.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Complete words.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Positive terms.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Simple action words; avoid noun strings.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“more” dimension when comparing.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Consistent words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Punctuation for abbreviations, mnemonics, and acronyms</a:t>
          </a:r>
        </a:p>
      </dsp:txBody>
      <dsp:txXfrm rot="-5400000">
        <a:off x="2247228" y="1339290"/>
        <a:ext cx="3874978" cy="2219913"/>
      </dsp:txXfrm>
    </dsp:sp>
    <dsp:sp modelId="{EAF9B230-BE6A-4171-8CE2-8176998A634C}">
      <dsp:nvSpPr>
        <dsp:cNvPr id="0" name=""/>
        <dsp:cNvSpPr/>
      </dsp:nvSpPr>
      <dsp:spPr>
        <a:xfrm>
          <a:off x="0" y="1452412"/>
          <a:ext cx="2247227" cy="1993673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Use</a:t>
          </a:r>
        </a:p>
      </dsp:txBody>
      <dsp:txXfrm>
        <a:off x="97323" y="1549735"/>
        <a:ext cx="2052581" cy="1799027"/>
      </dsp:txXfrm>
    </dsp:sp>
    <dsp:sp modelId="{A3B0BAD2-321A-4C87-9D2D-4F06740E61D7}">
      <dsp:nvSpPr>
        <dsp:cNvPr id="0" name=""/>
        <dsp:cNvSpPr/>
      </dsp:nvSpPr>
      <dsp:spPr>
        <a:xfrm rot="5400000">
          <a:off x="3987914" y="2049774"/>
          <a:ext cx="521994" cy="3998976"/>
        </a:xfrm>
        <a:prstGeom prst="round2SameRect">
          <a:avLst/>
        </a:prstGeom>
        <a:solidFill>
          <a:schemeClr val="accent6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Stack Words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Hyphenate words</a:t>
          </a:r>
        </a:p>
      </dsp:txBody>
      <dsp:txXfrm rot="-5400000">
        <a:off x="2249423" y="3813747"/>
        <a:ext cx="3973494" cy="471030"/>
      </dsp:txXfrm>
    </dsp:sp>
    <dsp:sp modelId="{E92892B6-8CA7-4755-B8FA-300B06826DF2}">
      <dsp:nvSpPr>
        <dsp:cNvPr id="0" name=""/>
        <dsp:cNvSpPr/>
      </dsp:nvSpPr>
      <dsp:spPr>
        <a:xfrm>
          <a:off x="0" y="3679704"/>
          <a:ext cx="2249424" cy="739117"/>
        </a:xfrm>
        <a:prstGeom prst="roundRect">
          <a:avLst/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Do Not</a:t>
          </a:r>
        </a:p>
      </dsp:txBody>
      <dsp:txXfrm>
        <a:off x="36081" y="3715785"/>
        <a:ext cx="2177262" cy="6669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95BDC0-3C06-2C4D-B249-347765FA4FD9}">
      <dsp:nvSpPr>
        <dsp:cNvPr id="0" name=""/>
        <dsp:cNvSpPr/>
      </dsp:nvSpPr>
      <dsp:spPr>
        <a:xfrm>
          <a:off x="0" y="29957"/>
          <a:ext cx="8326438" cy="71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Status</a:t>
          </a:r>
          <a:r>
            <a:rPr lang="en-GB" sz="1600" kern="1200" dirty="0"/>
            <a:t>—Provides information concerning the progress of a lengthy operation</a:t>
          </a:r>
        </a:p>
      </dsp:txBody>
      <dsp:txXfrm>
        <a:off x="34726" y="64683"/>
        <a:ext cx="8256986" cy="641908"/>
      </dsp:txXfrm>
    </dsp:sp>
    <dsp:sp modelId="{0B654BFF-1E70-C740-A3FA-C65BC02923FD}">
      <dsp:nvSpPr>
        <dsp:cNvPr id="0" name=""/>
        <dsp:cNvSpPr/>
      </dsp:nvSpPr>
      <dsp:spPr>
        <a:xfrm>
          <a:off x="0" y="850757"/>
          <a:ext cx="8326438" cy="71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 dirty="0"/>
            <a:t>Informational</a:t>
          </a:r>
          <a:r>
            <a:rPr lang="en-GB" sz="1600" kern="1200" dirty="0"/>
            <a:t>—Provides information about the state of the system when it is not immediately obvious 	</a:t>
          </a:r>
        </a:p>
      </dsp:txBody>
      <dsp:txXfrm>
        <a:off x="34726" y="885483"/>
        <a:ext cx="8256986" cy="641908"/>
      </dsp:txXfrm>
    </dsp:sp>
    <dsp:sp modelId="{DD2CC875-516D-8944-A137-5DC7D1A648A4}">
      <dsp:nvSpPr>
        <dsp:cNvPr id="0" name=""/>
        <dsp:cNvSpPr/>
      </dsp:nvSpPr>
      <dsp:spPr>
        <a:xfrm>
          <a:off x="0" y="1671557"/>
          <a:ext cx="8326438" cy="71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Warning</a:t>
          </a:r>
          <a:r>
            <a:rPr lang="en-GB" sz="1600" kern="1200"/>
            <a:t>—Calls attention to a situation that may be undesirable</a:t>
          </a:r>
        </a:p>
      </dsp:txBody>
      <dsp:txXfrm>
        <a:off x="34726" y="1706283"/>
        <a:ext cx="8256986" cy="641908"/>
      </dsp:txXfrm>
    </dsp:sp>
    <dsp:sp modelId="{66A82570-74BA-934E-B2C8-09F2B0CED570}">
      <dsp:nvSpPr>
        <dsp:cNvPr id="0" name=""/>
        <dsp:cNvSpPr/>
      </dsp:nvSpPr>
      <dsp:spPr>
        <a:xfrm>
          <a:off x="0" y="2492357"/>
          <a:ext cx="8326438" cy="71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Critical</a:t>
          </a:r>
          <a:r>
            <a:rPr lang="en-GB" sz="1600" kern="1200"/>
            <a:t>—Calls attention to conditions that require a user action before the system can proceed</a:t>
          </a:r>
        </a:p>
      </dsp:txBody>
      <dsp:txXfrm>
        <a:off x="34726" y="2527083"/>
        <a:ext cx="8256986" cy="641908"/>
      </dsp:txXfrm>
    </dsp:sp>
    <dsp:sp modelId="{4C3FB67A-A8D7-9B42-B995-F32A3580EFDE}">
      <dsp:nvSpPr>
        <dsp:cNvPr id="0" name=""/>
        <dsp:cNvSpPr/>
      </dsp:nvSpPr>
      <dsp:spPr>
        <a:xfrm>
          <a:off x="0" y="3313157"/>
          <a:ext cx="8326438" cy="7113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kern="1200"/>
            <a:t>Question</a:t>
          </a:r>
          <a:r>
            <a:rPr lang="en-GB" sz="1600" kern="1200"/>
            <a:t>—Asks a question and offers options  </a:t>
          </a:r>
        </a:p>
      </dsp:txBody>
      <dsp:txXfrm>
        <a:off x="34726" y="3347883"/>
        <a:ext cx="8256986" cy="64190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1ED2F8-8C1E-413A-ADA6-82BC69B0DF80}">
      <dsp:nvSpPr>
        <dsp:cNvPr id="0" name=""/>
        <dsp:cNvSpPr/>
      </dsp:nvSpPr>
      <dsp:spPr>
        <a:xfrm>
          <a:off x="2438995" y="146"/>
          <a:ext cx="3654028" cy="1955110"/>
        </a:xfrm>
        <a:prstGeom prst="rightArrow">
          <a:avLst>
            <a:gd name="adj1" fmla="val 75000"/>
            <a:gd name="adj2" fmla="val 50000"/>
          </a:avLst>
        </a:prstGeom>
        <a:solidFill>
          <a:schemeClr val="accent3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Use short sentences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Cut the number of sentences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Use separate sentences for separate ideas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Keep the paragraphs short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Restrict a paragraph to only one idea</a:t>
          </a:r>
        </a:p>
      </dsp:txBody>
      <dsp:txXfrm>
        <a:off x="2438995" y="244535"/>
        <a:ext cx="2920862" cy="1466332"/>
      </dsp:txXfrm>
    </dsp:sp>
    <dsp:sp modelId="{B3F5E340-F998-4EA8-A678-8FDF62173D95}">
      <dsp:nvSpPr>
        <dsp:cNvPr id="0" name=""/>
        <dsp:cNvSpPr/>
      </dsp:nvSpPr>
      <dsp:spPr>
        <a:xfrm>
          <a:off x="2976" y="19248"/>
          <a:ext cx="2436018" cy="1916906"/>
        </a:xfrm>
        <a:prstGeom prst="roundRect">
          <a:avLst/>
        </a:prstGeom>
        <a:solidFill>
          <a:schemeClr val="accent3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Sentences and paragraphs</a:t>
          </a:r>
        </a:p>
      </dsp:txBody>
      <dsp:txXfrm>
        <a:off x="96552" y="112824"/>
        <a:ext cx="2248866" cy="1729754"/>
      </dsp:txXfrm>
    </dsp:sp>
    <dsp:sp modelId="{49DEFFBD-B5FA-4657-9DB9-5E7A279CBF1C}">
      <dsp:nvSpPr>
        <dsp:cNvPr id="0" name=""/>
        <dsp:cNvSpPr/>
      </dsp:nvSpPr>
      <dsp:spPr>
        <a:xfrm>
          <a:off x="2438400" y="2191678"/>
          <a:ext cx="3657600" cy="1827444"/>
        </a:xfrm>
        <a:prstGeom prst="rightArrow">
          <a:avLst>
            <a:gd name="adj1" fmla="val 75000"/>
            <a:gd name="adj2" fmla="val 50000"/>
          </a:avLst>
        </a:prstGeom>
        <a:solidFill>
          <a:schemeClr val="accent4">
            <a:lumMod val="40000"/>
            <a:lumOff val="60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" tIns="7620" rIns="7620" bIns="7620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Use the active writing style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Use the personal writing style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Write as you talk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Use subjective opinion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Use specific examples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0" kern="1200" dirty="0"/>
            <a:t> Read it out loud</a:t>
          </a:r>
        </a:p>
      </dsp:txBody>
      <dsp:txXfrm>
        <a:off x="2438400" y="2420109"/>
        <a:ext cx="2972309" cy="1370583"/>
      </dsp:txXfrm>
    </dsp:sp>
    <dsp:sp modelId="{2316555D-8AE2-45D8-B8F8-100ACCD40130}">
      <dsp:nvSpPr>
        <dsp:cNvPr id="0" name=""/>
        <dsp:cNvSpPr/>
      </dsp:nvSpPr>
      <dsp:spPr>
        <a:xfrm>
          <a:off x="0" y="2146947"/>
          <a:ext cx="2438400" cy="1916906"/>
        </a:xfrm>
        <a:prstGeom prst="roundRect">
          <a:avLst/>
        </a:prstGeom>
        <a:solidFill>
          <a:schemeClr val="accent4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Style</a:t>
          </a:r>
        </a:p>
      </dsp:txBody>
      <dsp:txXfrm>
        <a:off x="93576" y="2240523"/>
        <a:ext cx="2251248" cy="17297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DA754-2407-43E3-A623-85941C3F55A5}">
      <dsp:nvSpPr>
        <dsp:cNvPr id="0" name=""/>
        <dsp:cNvSpPr/>
      </dsp:nvSpPr>
      <dsp:spPr>
        <a:xfrm>
          <a:off x="0" y="1540"/>
          <a:ext cx="5943600" cy="796926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Words</a:t>
          </a:r>
          <a:endParaRPr lang="en-US" sz="3200" kern="1200" dirty="0"/>
        </a:p>
      </dsp:txBody>
      <dsp:txXfrm>
        <a:off x="38903" y="40443"/>
        <a:ext cx="5865794" cy="719120"/>
      </dsp:txXfrm>
    </dsp:sp>
    <dsp:sp modelId="{5F6A111C-1C50-4643-BF7B-A9F6ED2A59A1}">
      <dsp:nvSpPr>
        <dsp:cNvPr id="0" name=""/>
        <dsp:cNvSpPr/>
      </dsp:nvSpPr>
      <dsp:spPr>
        <a:xfrm>
          <a:off x="0" y="816121"/>
          <a:ext cx="5943600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70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Minimize the use of words that call attention to the Web</a:t>
          </a:r>
          <a:endParaRPr lang="en-US" sz="2000" kern="1200" dirty="0"/>
        </a:p>
      </dsp:txBody>
      <dsp:txXfrm>
        <a:off x="0" y="816121"/>
        <a:ext cx="5943600" cy="960480"/>
      </dsp:txXfrm>
    </dsp:sp>
    <dsp:sp modelId="{117EC0BC-C286-47A8-8044-6D01CDFB7447}">
      <dsp:nvSpPr>
        <dsp:cNvPr id="0" name=""/>
        <dsp:cNvSpPr/>
      </dsp:nvSpPr>
      <dsp:spPr>
        <a:xfrm>
          <a:off x="0" y="1758946"/>
          <a:ext cx="5943600" cy="86043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Presentation</a:t>
          </a:r>
          <a:endParaRPr lang="en-US" sz="3200" kern="1200" dirty="0"/>
        </a:p>
      </dsp:txBody>
      <dsp:txXfrm>
        <a:off x="42003" y="1800949"/>
        <a:ext cx="5859594" cy="776426"/>
      </dsp:txXfrm>
    </dsp:sp>
    <dsp:sp modelId="{89E80177-5768-4E99-A157-2160BD81A43E}">
      <dsp:nvSpPr>
        <dsp:cNvPr id="0" name=""/>
        <dsp:cNvSpPr/>
      </dsp:nvSpPr>
      <dsp:spPr>
        <a:xfrm>
          <a:off x="0" y="2619379"/>
          <a:ext cx="5943600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709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/>
            <a:t>Provide text that contrasts highly with the background</a:t>
          </a:r>
          <a:endParaRPr lang="en-US" sz="2000" kern="1200" dirty="0"/>
        </a:p>
      </dsp:txBody>
      <dsp:txXfrm>
        <a:off x="0" y="2619379"/>
        <a:ext cx="5943600" cy="9604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50E81-2EF4-43B5-838E-24C4AF54F5AF}">
      <dsp:nvSpPr>
        <dsp:cNvPr id="0" name=""/>
        <dsp:cNvSpPr/>
      </dsp:nvSpPr>
      <dsp:spPr>
        <a:xfrm rot="10800000">
          <a:off x="649103" y="1681"/>
          <a:ext cx="4573558" cy="68046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067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Acceptable response times.</a:t>
          </a:r>
        </a:p>
      </dsp:txBody>
      <dsp:txXfrm rot="10800000">
        <a:off x="819219" y="1681"/>
        <a:ext cx="4403442" cy="680466"/>
      </dsp:txXfrm>
    </dsp:sp>
    <dsp:sp modelId="{01D04E63-A1A1-4859-BEAE-E176F433D291}">
      <dsp:nvSpPr>
        <dsp:cNvPr id="0" name=""/>
        <dsp:cNvSpPr/>
      </dsp:nvSpPr>
      <dsp:spPr>
        <a:xfrm>
          <a:off x="317141" y="123"/>
          <a:ext cx="680466" cy="680466"/>
        </a:xfrm>
        <a:prstGeom prst="ellipse">
          <a:avLst/>
        </a:prstGeom>
        <a:blipFill rotWithShape="0"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356ABEAB-FCCA-47C8-B4D4-3B27FE31DED8}">
      <dsp:nvSpPr>
        <dsp:cNvPr id="0" name=""/>
        <dsp:cNvSpPr/>
      </dsp:nvSpPr>
      <dsp:spPr>
        <a:xfrm rot="10800000">
          <a:off x="649103" y="885272"/>
          <a:ext cx="4573558" cy="68046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06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Dealing with time delays.</a:t>
          </a:r>
        </a:p>
      </dsp:txBody>
      <dsp:txXfrm rot="10800000">
        <a:off x="819219" y="885272"/>
        <a:ext cx="4403442" cy="680466"/>
      </dsp:txXfrm>
    </dsp:sp>
    <dsp:sp modelId="{966C3F23-7A9F-467D-A36C-00AEB301FDA2}">
      <dsp:nvSpPr>
        <dsp:cNvPr id="0" name=""/>
        <dsp:cNvSpPr/>
      </dsp:nvSpPr>
      <dsp:spPr>
        <a:xfrm>
          <a:off x="317141" y="885272"/>
          <a:ext cx="680466" cy="680466"/>
        </a:xfrm>
        <a:prstGeom prst="ellipse">
          <a:avLst/>
        </a:prstGeom>
        <a:blipFill rotWithShape="1"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00414207-EE7C-4061-8D0C-24C3DDFC38B2}">
      <dsp:nvSpPr>
        <dsp:cNvPr id="0" name=""/>
        <dsp:cNvSpPr/>
      </dsp:nvSpPr>
      <dsp:spPr>
        <a:xfrm rot="10800000">
          <a:off x="649103" y="1768863"/>
          <a:ext cx="4573558" cy="68046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06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Blinking for attention.</a:t>
          </a:r>
        </a:p>
      </dsp:txBody>
      <dsp:txXfrm rot="10800000">
        <a:off x="819219" y="1768863"/>
        <a:ext cx="4403442" cy="680466"/>
      </dsp:txXfrm>
    </dsp:sp>
    <dsp:sp modelId="{829DE671-C6AA-4F92-8DD3-3508519AFEC6}">
      <dsp:nvSpPr>
        <dsp:cNvPr id="0" name=""/>
        <dsp:cNvSpPr/>
      </dsp:nvSpPr>
      <dsp:spPr>
        <a:xfrm>
          <a:off x="317141" y="1768863"/>
          <a:ext cx="680466" cy="680466"/>
        </a:xfrm>
        <a:prstGeom prst="ellipse">
          <a:avLst/>
        </a:prstGeom>
        <a:blipFill rotWithShape="1"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F3AFB469-389D-4CCD-B62E-3C31B46D0882}">
      <dsp:nvSpPr>
        <dsp:cNvPr id="0" name=""/>
        <dsp:cNvSpPr/>
      </dsp:nvSpPr>
      <dsp:spPr>
        <a:xfrm rot="10800000">
          <a:off x="649103" y="2652454"/>
          <a:ext cx="4573558" cy="680466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0067" tIns="87630" rIns="163576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The use of sound.</a:t>
          </a:r>
        </a:p>
      </dsp:txBody>
      <dsp:txXfrm rot="10800000">
        <a:off x="819219" y="2652454"/>
        <a:ext cx="4403442" cy="680466"/>
      </dsp:txXfrm>
    </dsp:sp>
    <dsp:sp modelId="{B9060FB1-6A18-4A13-9A04-A23C55E7E6A6}">
      <dsp:nvSpPr>
        <dsp:cNvPr id="0" name=""/>
        <dsp:cNvSpPr/>
      </dsp:nvSpPr>
      <dsp:spPr>
        <a:xfrm>
          <a:off x="317141" y="2652454"/>
          <a:ext cx="680466" cy="680466"/>
        </a:xfrm>
        <a:prstGeom prst="ellipse">
          <a:avLst/>
        </a:prstGeom>
        <a:blipFill rotWithShape="1"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56D238-5DD4-4875-8B0C-16731285B034}">
      <dsp:nvSpPr>
        <dsp:cNvPr id="0" name=""/>
        <dsp:cNvSpPr/>
      </dsp:nvSpPr>
      <dsp:spPr>
        <a:xfrm>
          <a:off x="0" y="716200"/>
          <a:ext cx="77724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The optimum response time is dependent upon the task</a:t>
          </a:r>
        </a:p>
      </dsp:txBody>
      <dsp:txXfrm>
        <a:off x="19419" y="735619"/>
        <a:ext cx="7733562" cy="358962"/>
      </dsp:txXfrm>
    </dsp:sp>
    <dsp:sp modelId="{E1E95F99-F27D-4EA9-859E-6081505A43D9}">
      <dsp:nvSpPr>
        <dsp:cNvPr id="0" name=""/>
        <dsp:cNvSpPr/>
      </dsp:nvSpPr>
      <dsp:spPr>
        <a:xfrm>
          <a:off x="0" y="1162960"/>
          <a:ext cx="77724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Satisfaction with response time is a function of expectations</a:t>
          </a:r>
        </a:p>
      </dsp:txBody>
      <dsp:txXfrm>
        <a:off x="19419" y="1182379"/>
        <a:ext cx="7733562" cy="358962"/>
      </dsp:txXfrm>
    </dsp:sp>
    <dsp:sp modelId="{2EDEA4EF-7967-4404-A533-588B45F85B65}">
      <dsp:nvSpPr>
        <dsp:cNvPr id="0" name=""/>
        <dsp:cNvSpPr/>
      </dsp:nvSpPr>
      <dsp:spPr>
        <a:xfrm>
          <a:off x="0" y="1609720"/>
          <a:ext cx="77724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Dissatisfaction with response time is a function of one’s uncertainty about delay</a:t>
          </a:r>
        </a:p>
      </dsp:txBody>
      <dsp:txXfrm>
        <a:off x="19419" y="1629139"/>
        <a:ext cx="7733562" cy="358962"/>
      </dsp:txXfrm>
    </dsp:sp>
    <dsp:sp modelId="{8C7E053E-C576-4CB7-BD0F-14C8CBD4A7F0}">
      <dsp:nvSpPr>
        <dsp:cNvPr id="0" name=""/>
        <dsp:cNvSpPr/>
      </dsp:nvSpPr>
      <dsp:spPr>
        <a:xfrm>
          <a:off x="0" y="2056480"/>
          <a:ext cx="77724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People will change work habits to conform to response time</a:t>
          </a:r>
        </a:p>
      </dsp:txBody>
      <dsp:txXfrm>
        <a:off x="19419" y="2075899"/>
        <a:ext cx="7733562" cy="358962"/>
      </dsp:txXfrm>
    </dsp:sp>
    <dsp:sp modelId="{C31D4E0D-9BF1-4625-8111-6DB7E3770E57}">
      <dsp:nvSpPr>
        <dsp:cNvPr id="0" name=""/>
        <dsp:cNvSpPr/>
      </dsp:nvSpPr>
      <dsp:spPr>
        <a:xfrm>
          <a:off x="0" y="2503240"/>
          <a:ext cx="77724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Constant delays are preferable to variable delays</a:t>
          </a:r>
        </a:p>
      </dsp:txBody>
      <dsp:txXfrm>
        <a:off x="19419" y="2522659"/>
        <a:ext cx="7733562" cy="358962"/>
      </dsp:txXfrm>
    </dsp:sp>
    <dsp:sp modelId="{3C38321D-9B7C-4005-ADDF-96FD16768CF0}">
      <dsp:nvSpPr>
        <dsp:cNvPr id="0" name=""/>
        <dsp:cNvSpPr/>
      </dsp:nvSpPr>
      <dsp:spPr>
        <a:xfrm>
          <a:off x="0" y="2950000"/>
          <a:ext cx="7772400" cy="397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Very fast or slow response times can lead to symptoms of stress</a:t>
          </a:r>
        </a:p>
      </dsp:txBody>
      <dsp:txXfrm>
        <a:off x="19419" y="2969419"/>
        <a:ext cx="7733562" cy="35896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1CBD76-05D1-4A64-81DF-0B5242534E30}">
      <dsp:nvSpPr>
        <dsp:cNvPr id="0" name=""/>
        <dsp:cNvSpPr/>
      </dsp:nvSpPr>
      <dsp:spPr>
        <a:xfrm>
          <a:off x="17179" y="488436"/>
          <a:ext cx="1711933" cy="10892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Error</a:t>
          </a:r>
          <a:endParaRPr lang="en-US" sz="1400" b="0" kern="1200" dirty="0"/>
        </a:p>
      </dsp:txBody>
      <dsp:txXfrm>
        <a:off x="49081" y="520338"/>
        <a:ext cx="1648129" cy="1025422"/>
      </dsp:txXfrm>
    </dsp:sp>
    <dsp:sp modelId="{5A1DF63D-F5A4-4757-AD76-AB69129A5935}">
      <dsp:nvSpPr>
        <dsp:cNvPr id="0" name=""/>
        <dsp:cNvSpPr/>
      </dsp:nvSpPr>
      <dsp:spPr>
        <a:xfrm rot="19470025">
          <a:off x="1650939" y="762226"/>
          <a:ext cx="841121" cy="53209"/>
        </a:xfrm>
        <a:custGeom>
          <a:avLst/>
          <a:gdLst/>
          <a:ahLst/>
          <a:cxnLst/>
          <a:rect l="0" t="0" r="0" b="0"/>
          <a:pathLst>
            <a:path>
              <a:moveTo>
                <a:pt x="0" y="26604"/>
              </a:moveTo>
              <a:lnTo>
                <a:pt x="841121" y="26604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050472" y="767803"/>
        <a:ext cx="42056" cy="42056"/>
      </dsp:txXfrm>
    </dsp:sp>
    <dsp:sp modelId="{5348E758-7EFC-43C0-9BF1-FDFD03F7F511}">
      <dsp:nvSpPr>
        <dsp:cNvPr id="0" name=""/>
        <dsp:cNvSpPr/>
      </dsp:nvSpPr>
      <dsp:spPr>
        <a:xfrm>
          <a:off x="2413886" y="0"/>
          <a:ext cx="1711933" cy="10892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Slip  </a:t>
          </a:r>
        </a:p>
      </dsp:txBody>
      <dsp:txXfrm>
        <a:off x="2445788" y="31902"/>
        <a:ext cx="1648129" cy="1025422"/>
      </dsp:txXfrm>
    </dsp:sp>
    <dsp:sp modelId="{B46AB957-220E-48CE-9A1D-AB8856100506}">
      <dsp:nvSpPr>
        <dsp:cNvPr id="0" name=""/>
        <dsp:cNvSpPr/>
      </dsp:nvSpPr>
      <dsp:spPr>
        <a:xfrm rot="20888648">
          <a:off x="4118430" y="446840"/>
          <a:ext cx="692799" cy="53209"/>
        </a:xfrm>
        <a:custGeom>
          <a:avLst/>
          <a:gdLst/>
          <a:ahLst/>
          <a:cxnLst/>
          <a:rect l="0" t="0" r="0" b="0"/>
          <a:pathLst>
            <a:path>
              <a:moveTo>
                <a:pt x="0" y="26604"/>
              </a:moveTo>
              <a:lnTo>
                <a:pt x="692799" y="2660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4447510" y="456125"/>
        <a:ext cx="34639" cy="34639"/>
      </dsp:txXfrm>
    </dsp:sp>
    <dsp:sp modelId="{F4AFB978-AC6D-4945-A7C1-D6EA6E547469}">
      <dsp:nvSpPr>
        <dsp:cNvPr id="0" name=""/>
        <dsp:cNvSpPr/>
      </dsp:nvSpPr>
      <dsp:spPr>
        <a:xfrm>
          <a:off x="4803841" y="32491"/>
          <a:ext cx="2358958" cy="739572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automatic behavior </a:t>
          </a:r>
          <a:endParaRPr lang="id-ID" sz="1400" b="0" kern="1200" dirty="0"/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gone awry</a:t>
          </a:r>
        </a:p>
      </dsp:txBody>
      <dsp:txXfrm>
        <a:off x="4825502" y="54152"/>
        <a:ext cx="2315636" cy="696250"/>
      </dsp:txXfrm>
    </dsp:sp>
    <dsp:sp modelId="{FDC53801-A3C8-4D8A-8D5B-9737A788F8B2}">
      <dsp:nvSpPr>
        <dsp:cNvPr id="0" name=""/>
        <dsp:cNvSpPr/>
      </dsp:nvSpPr>
      <dsp:spPr>
        <a:xfrm rot="2558966">
          <a:off x="1605992" y="1321831"/>
          <a:ext cx="931014" cy="53209"/>
        </a:xfrm>
        <a:custGeom>
          <a:avLst/>
          <a:gdLst/>
          <a:ahLst/>
          <a:cxnLst/>
          <a:rect l="0" t="0" r="0" b="0"/>
          <a:pathLst>
            <a:path>
              <a:moveTo>
                <a:pt x="0" y="26604"/>
              </a:moveTo>
              <a:lnTo>
                <a:pt x="931014" y="26604"/>
              </a:lnTo>
            </a:path>
          </a:pathLst>
        </a:custGeom>
        <a:noFill/>
        <a:ln w="254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2048224" y="1325160"/>
        <a:ext cx="46550" cy="46550"/>
      </dsp:txXfrm>
    </dsp:sp>
    <dsp:sp modelId="{C246A6AB-491C-4452-ABFB-7E57821DA42F}">
      <dsp:nvSpPr>
        <dsp:cNvPr id="0" name=""/>
        <dsp:cNvSpPr/>
      </dsp:nvSpPr>
      <dsp:spPr>
        <a:xfrm>
          <a:off x="2413886" y="1119209"/>
          <a:ext cx="1711933" cy="1089226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Mistakes</a:t>
          </a:r>
        </a:p>
      </dsp:txBody>
      <dsp:txXfrm>
        <a:off x="2445788" y="1151111"/>
        <a:ext cx="1648129" cy="1025422"/>
      </dsp:txXfrm>
    </dsp:sp>
    <dsp:sp modelId="{34FA7647-8720-406D-8311-A6B98357AAC5}">
      <dsp:nvSpPr>
        <dsp:cNvPr id="0" name=""/>
        <dsp:cNvSpPr/>
      </dsp:nvSpPr>
      <dsp:spPr>
        <a:xfrm>
          <a:off x="4125820" y="1637217"/>
          <a:ext cx="678020" cy="53209"/>
        </a:xfrm>
        <a:custGeom>
          <a:avLst/>
          <a:gdLst/>
          <a:ahLst/>
          <a:cxnLst/>
          <a:rect l="0" t="0" r="0" b="0"/>
          <a:pathLst>
            <a:path>
              <a:moveTo>
                <a:pt x="0" y="26604"/>
              </a:moveTo>
              <a:lnTo>
                <a:pt x="678020" y="26604"/>
              </a:lnTo>
            </a:path>
          </a:pathLst>
        </a:custGeom>
        <a:noFill/>
        <a:ln w="254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133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00" kern="1200"/>
        </a:p>
      </dsp:txBody>
      <dsp:txXfrm>
        <a:off x="4447880" y="1646871"/>
        <a:ext cx="33901" cy="33901"/>
      </dsp:txXfrm>
    </dsp:sp>
    <dsp:sp modelId="{48966813-A944-4A67-8C1A-B67683F8F151}">
      <dsp:nvSpPr>
        <dsp:cNvPr id="0" name=""/>
        <dsp:cNvSpPr/>
      </dsp:nvSpPr>
      <dsp:spPr>
        <a:xfrm>
          <a:off x="4803841" y="900458"/>
          <a:ext cx="2358958" cy="152672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results from forming </a:t>
          </a:r>
          <a:endParaRPr lang="id-ID" sz="1400" b="0" kern="1200" dirty="0"/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a wrong model or </a:t>
          </a:r>
          <a:endParaRPr lang="id-ID" sz="1400" b="0" kern="1200" dirty="0"/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goal and </a:t>
          </a:r>
          <a:endParaRPr lang="id-ID" sz="1400" b="0" kern="1200" dirty="0"/>
        </a:p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kern="1200" dirty="0"/>
            <a:t>then acting on it</a:t>
          </a:r>
        </a:p>
      </dsp:txBody>
      <dsp:txXfrm>
        <a:off x="4848557" y="945174"/>
        <a:ext cx="2269526" cy="143729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94D0E-D1B9-44FE-BD25-6A305C7863D4}">
      <dsp:nvSpPr>
        <dsp:cNvPr id="0" name=""/>
        <dsp:cNvSpPr/>
      </dsp:nvSpPr>
      <dsp:spPr>
        <a:xfrm>
          <a:off x="178" y="959859"/>
          <a:ext cx="1749597" cy="242368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Disable inapplicable choices.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 selection instead of entry controls.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Use aided entry.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Accept common misspellings, whenever possible</a:t>
          </a:r>
        </a:p>
      </dsp:txBody>
      <dsp:txXfrm>
        <a:off x="51422" y="1011103"/>
        <a:ext cx="1647109" cy="1801833"/>
      </dsp:txXfrm>
    </dsp:sp>
    <dsp:sp modelId="{BBB0F32E-103A-49FC-A319-21682CFAFDDD}">
      <dsp:nvSpPr>
        <dsp:cNvPr id="0" name=""/>
        <dsp:cNvSpPr/>
      </dsp:nvSpPr>
      <dsp:spPr>
        <a:xfrm>
          <a:off x="609281" y="2209817"/>
          <a:ext cx="2467682" cy="2467682"/>
        </a:xfrm>
        <a:prstGeom prst="leftCircularArrow">
          <a:avLst>
            <a:gd name="adj1" fmla="val 1648"/>
            <a:gd name="adj2" fmla="val 195888"/>
            <a:gd name="adj3" fmla="val 474396"/>
            <a:gd name="adj4" fmla="val 7527486"/>
            <a:gd name="adj5" fmla="val 1923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7A5CEB-5AA1-4721-BA85-83242F523BDE}">
      <dsp:nvSpPr>
        <dsp:cNvPr id="0" name=""/>
        <dsp:cNvSpPr/>
      </dsp:nvSpPr>
      <dsp:spPr>
        <a:xfrm>
          <a:off x="367367" y="3402226"/>
          <a:ext cx="1366342" cy="54334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Prevention</a:t>
          </a:r>
        </a:p>
      </dsp:txBody>
      <dsp:txXfrm>
        <a:off x="383281" y="3418140"/>
        <a:ext cx="1334514" cy="511521"/>
      </dsp:txXfrm>
    </dsp:sp>
    <dsp:sp modelId="{C7C8BB31-E272-4C3F-888A-AFC00FFD27E0}">
      <dsp:nvSpPr>
        <dsp:cNvPr id="0" name=""/>
        <dsp:cNvSpPr/>
      </dsp:nvSpPr>
      <dsp:spPr>
        <a:xfrm>
          <a:off x="2087666" y="801914"/>
          <a:ext cx="2343992" cy="27098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For conversational dialogs, validate entries as close to point of entry as possible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At character level.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At control level.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When the transaction is completed or the window closed.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Do not obscure item in error.</a:t>
          </a:r>
        </a:p>
      </dsp:txBody>
      <dsp:txXfrm>
        <a:off x="2150028" y="1444965"/>
        <a:ext cx="2219268" cy="2004465"/>
      </dsp:txXfrm>
    </dsp:sp>
    <dsp:sp modelId="{D96D8425-5B23-4CFD-B3C3-5E3CFFBC7338}">
      <dsp:nvSpPr>
        <dsp:cNvPr id="0" name=""/>
        <dsp:cNvSpPr/>
      </dsp:nvSpPr>
      <dsp:spPr>
        <a:xfrm>
          <a:off x="2574968" y="67564"/>
          <a:ext cx="2885394" cy="2885394"/>
        </a:xfrm>
        <a:prstGeom prst="circularArrow">
          <a:avLst>
            <a:gd name="adj1" fmla="val 1410"/>
            <a:gd name="adj2" fmla="val 166630"/>
            <a:gd name="adj3" fmla="val 20711661"/>
            <a:gd name="adj4" fmla="val 13629312"/>
            <a:gd name="adj5" fmla="val 1645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7C5E77-78FA-4831-98A3-CDE0E24DFC89}">
      <dsp:nvSpPr>
        <dsp:cNvPr id="0" name=""/>
        <dsp:cNvSpPr/>
      </dsp:nvSpPr>
      <dsp:spPr>
        <a:xfrm>
          <a:off x="2268501" y="908186"/>
          <a:ext cx="1548707" cy="54334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Detection</a:t>
          </a:r>
        </a:p>
      </dsp:txBody>
      <dsp:txXfrm>
        <a:off x="2284415" y="924100"/>
        <a:ext cx="1516879" cy="511521"/>
      </dsp:txXfrm>
    </dsp:sp>
    <dsp:sp modelId="{7AAECB72-D1AF-4D4C-A490-33C97A7C382D}">
      <dsp:nvSpPr>
        <dsp:cNvPr id="0" name=""/>
        <dsp:cNvSpPr/>
      </dsp:nvSpPr>
      <dsp:spPr>
        <a:xfrm>
          <a:off x="4545858" y="1444221"/>
          <a:ext cx="1956541" cy="222071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825" tIns="123825" rIns="123825" bIns="123825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Preserve as much of the user’s work as possible.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At window-level validation, use a modeless dialog box to display an error list.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Always give a person something to do when an error occurs</a:t>
          </a:r>
        </a:p>
      </dsp:txBody>
      <dsp:txXfrm>
        <a:off x="4596963" y="1495326"/>
        <a:ext cx="1854331" cy="1642639"/>
      </dsp:txXfrm>
    </dsp:sp>
    <dsp:sp modelId="{7E37F0E6-C9DB-4984-A819-1179EB2CB65E}">
      <dsp:nvSpPr>
        <dsp:cNvPr id="0" name=""/>
        <dsp:cNvSpPr/>
      </dsp:nvSpPr>
      <dsp:spPr>
        <a:xfrm>
          <a:off x="5062605" y="3695417"/>
          <a:ext cx="1366342" cy="543349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Correction</a:t>
          </a:r>
        </a:p>
      </dsp:txBody>
      <dsp:txXfrm>
        <a:off x="5078519" y="3711331"/>
        <a:ext cx="1334514" cy="51152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56126D-A6E2-456B-A1A5-0924D8DA9205}">
      <dsp:nvSpPr>
        <dsp:cNvPr id="0" name=""/>
        <dsp:cNvSpPr/>
      </dsp:nvSpPr>
      <dsp:spPr>
        <a:xfrm>
          <a:off x="62903" y="0"/>
          <a:ext cx="6347460" cy="1051560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2060"/>
              </a:solidFill>
            </a:rPr>
            <a:t>finding information that is relevant</a:t>
          </a:r>
        </a:p>
      </dsp:txBody>
      <dsp:txXfrm>
        <a:off x="93702" y="30799"/>
        <a:ext cx="5212745" cy="989962"/>
      </dsp:txXfrm>
    </dsp:sp>
    <dsp:sp modelId="{2AD5C88D-C90C-405B-95CB-3C75082DECE4}">
      <dsp:nvSpPr>
        <dsp:cNvPr id="0" name=""/>
        <dsp:cNvSpPr/>
      </dsp:nvSpPr>
      <dsp:spPr>
        <a:xfrm>
          <a:off x="560069" y="1226820"/>
          <a:ext cx="6347460" cy="1051560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227502"/>
            <a:satOff val="4255"/>
            <a:lumOff val="135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2060"/>
              </a:solidFill>
            </a:rPr>
            <a:t>understanding what the documentation says</a:t>
          </a:r>
        </a:p>
      </dsp:txBody>
      <dsp:txXfrm>
        <a:off x="590868" y="1257619"/>
        <a:ext cx="5042278" cy="989961"/>
      </dsp:txXfrm>
    </dsp:sp>
    <dsp:sp modelId="{1A3F0B8B-C015-4A25-A4A4-5BC8F4630359}">
      <dsp:nvSpPr>
        <dsp:cNvPr id="0" name=""/>
        <dsp:cNvSpPr/>
      </dsp:nvSpPr>
      <dsp:spPr>
        <a:xfrm>
          <a:off x="1120139" y="2453640"/>
          <a:ext cx="6347460" cy="1051560"/>
        </a:xfrm>
        <a:prstGeom prst="roundRect">
          <a:avLst>
            <a:gd name="adj" fmla="val 10000"/>
          </a:avLst>
        </a:prstGeom>
        <a:solidFill>
          <a:schemeClr val="accent2">
            <a:shade val="80000"/>
            <a:hueOff val="-455004"/>
            <a:satOff val="8510"/>
            <a:lumOff val="2712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>
              <a:solidFill>
                <a:srgbClr val="002060"/>
              </a:solidFill>
            </a:rPr>
            <a:t>applying that understanding to the current task to solve the problem </a:t>
          </a:r>
        </a:p>
      </dsp:txBody>
      <dsp:txXfrm>
        <a:off x="1150938" y="2484439"/>
        <a:ext cx="5042278" cy="989961"/>
      </dsp:txXfrm>
    </dsp:sp>
    <dsp:sp modelId="{2C87868B-FE22-4233-8190-A9FBDDEFB559}">
      <dsp:nvSpPr>
        <dsp:cNvPr id="0" name=""/>
        <dsp:cNvSpPr/>
      </dsp:nvSpPr>
      <dsp:spPr>
        <a:xfrm>
          <a:off x="5663946" y="797433"/>
          <a:ext cx="683514" cy="68351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5817737" y="797433"/>
        <a:ext cx="375932" cy="514344"/>
      </dsp:txXfrm>
    </dsp:sp>
    <dsp:sp modelId="{98E3886D-3719-440F-80B9-77E095C2123C}">
      <dsp:nvSpPr>
        <dsp:cNvPr id="0" name=""/>
        <dsp:cNvSpPr/>
      </dsp:nvSpPr>
      <dsp:spPr>
        <a:xfrm>
          <a:off x="6224016" y="2017242"/>
          <a:ext cx="683514" cy="68351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6377807" y="2017242"/>
        <a:ext cx="375932" cy="5143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6">
  <dgm:title val=""/>
  <dgm:desc val=""/>
  <dgm:catLst>
    <dgm:cat type="process" pri="22000"/>
    <dgm:cat type="list" pri="1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linNode" refType="w"/>
      <dgm:constr type="h" for="ch" forName="linNode" refType="h"/>
      <dgm:constr type="h" for="ch" forName="spacing" refType="h" refFor="ch" refForName="linNode" fact="0.1"/>
      <dgm:constr type="primFontSz" for="des" forName="parentShp" op="equ" val="65"/>
      <dgm:constr type="primFontSz" for="des" forName="childShp" op="equ" val="65"/>
    </dgm:constrLst>
    <dgm:ruleLst/>
    <dgm:forEach name="Name1" axis="ch" ptType="node">
      <dgm:layoutNode name="linNode">
        <dgm:choose name="Name2">
          <dgm:if name="Name3" func="var" arg="dir" op="equ" val="norm">
            <dgm:alg type="lin">
              <dgm:param type="linDir" val="fromL"/>
            </dgm:alg>
          </dgm:if>
          <dgm:else name="Name4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if>
          <dgm:else name="Name7">
            <dgm:constrLst>
              <dgm:constr type="w" for="ch" forName="parentShp" refType="w" fact="0.4"/>
              <dgm:constr type="h" for="ch" forName="parentShp" refType="h"/>
              <dgm:constr type="w" for="ch" forName="childShp" refType="w" fact="0.6"/>
              <dgm:constr type="h" for="ch" forName="childShp" refType="h" refFor="ch" refForName="parentShp"/>
            </dgm:constrLst>
          </dgm:else>
        </dgm:choose>
        <dgm:ruleLst/>
        <dgm:layoutNode name="parentShp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childShp" styleLbl="bgAccFollowNode1">
          <dgm:varLst>
            <dgm:bulletEnabled val="1"/>
          </dgm:varLst>
          <dgm:alg type="tx">
            <dgm:param type="stBulletLvl" val="1"/>
          </dgm:alg>
          <dgm:choose name="Name8">
            <dgm:if name="Name9" func="var" arg="dir" op="equ" val="norm">
              <dgm:shape xmlns:r="http://schemas.openxmlformats.org/officeDocument/2006/relationships" type="rightArrow" r:blip="" zOrderOff="-2">
                <dgm:adjLst>
                  <dgm:adj idx="1" val="0.75"/>
                </dgm:adjLst>
              </dgm:shape>
            </dgm:if>
            <dgm:else name="Name10">
              <dgm:shape xmlns:r="http://schemas.openxmlformats.org/officeDocument/2006/relationships" rot="180" type="rightArrow" r:blip="" zOrderOff="-2">
                <dgm:adjLst>
                  <dgm:adj idx="1" val="0.75"/>
                </dgm:adjLst>
              </dgm:shape>
            </dgm:else>
          </dgm:choose>
          <dgm:presOf axis="des" ptType="node"/>
          <dgm:constrLst>
            <dgm:constr type="secFontSz" refType="primFontSz"/>
            <dgm:constr type="tMarg" refType="primFontSz" fact="0.05"/>
            <dgm:constr type="bMarg" refType="primFontSz" fact="0.05"/>
            <dgm:constr type="lMarg" refType="primFontSz" fact="0.05"/>
            <dgm:constr type="rMarg" refType="primFontSz" fact="0.05"/>
          </dgm:constrLst>
          <dgm:ruleLst>
            <dgm:rule type="primFontSz" val="5" fact="NaN" max="NaN"/>
          </dgm:ruleLst>
        </dgm:layoutNode>
      </dgm:layoutNode>
      <dgm:forEach name="Name11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3#2">
  <dgm:title val=""/>
  <dgm:desc val=""/>
  <dgm:catLst>
    <dgm:cat type="list" pri="14000"/>
    <dgm:cat type="convert" pri="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C3CFB-67CE-47D4-8248-1065F6015E5E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0808A-CEEA-4609-8C09-BBE473331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774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0808A-CEEA-4609-8C09-BBE473331F2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47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0808A-CEEA-4609-8C09-BBE473331F2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82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649090-D290-4BB1-A09E-7B0402156C6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630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E0808A-CEEA-4609-8C09-BBE473331F2E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93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72000" y="6528817"/>
            <a:ext cx="459486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6295" y="6116054"/>
            <a:ext cx="4851313" cy="32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05539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4681081" y="1132252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2752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4572001" y="6528817"/>
            <a:ext cx="4594859" cy="658366"/>
            <a:chOff x="6566098" y="6529395"/>
            <a:chExt cx="5625901" cy="658365"/>
          </a:xfrm>
        </p:grpSpPr>
        <p:sp>
          <p:nvSpPr>
            <p:cNvPr id="46" name="Google Shape;46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70700" y="6529395"/>
              <a:ext cx="5321299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49" name="Google Shape;49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4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55" name="Google Shape;55;p4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4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" name="Google Shape;60;p4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28418" y="6149139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210982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8706656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8306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22161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23435" y="1060992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3" name="Google Shape;83;p6"/>
          <p:cNvCxnSpPr/>
          <p:nvPr/>
        </p:nvCxnSpPr>
        <p:spPr>
          <a:xfrm>
            <a:off x="3072633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6024639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176836" y="1050048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6130237" y="1039103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71684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498585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036238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6521666-B044-4F01-8D4D-84A5C3BD8309}" type="datetime1">
              <a:rPr lang="en-US" smtClean="0"/>
              <a:t>2/2/2026</a:t>
            </a:fld>
            <a:endParaRPr lang="en-US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7920B0-2987-4F89-B53D-8CAAC986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534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fld id="{8D7920B0-2987-4F89-B53D-8CAAC986E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fld id="{DE491F1D-EFD8-4200-B5FF-47271090269F}" type="datetime1">
              <a:rPr lang="en-US" smtClean="0"/>
              <a:t>2/2/2026</a:t>
            </a:fld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34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D7920B0-2987-4F89-B53D-8CAAC986EB0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fld id="{15B3D9DB-1BE1-477B-86D5-E4D2A01E309C}" type="datetime1">
              <a:rPr lang="en-US" smtClean="0"/>
              <a:t>2/2/2026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5418163" y="6451600"/>
            <a:ext cx="3315778" cy="365125"/>
          </a:xfrm>
        </p:spPr>
        <p:txBody>
          <a:bodyPr anchor="ctr"/>
          <a:lstStyle>
            <a:lvl1pPr marL="0" indent="0" algn="r">
              <a:buFontTx/>
              <a:buNone/>
              <a:defRPr sz="1050">
                <a:solidFill>
                  <a:schemeClr val="bg1"/>
                </a:solidFill>
              </a:defRPr>
            </a:lvl1pPr>
            <a:lvl2pPr>
              <a:defRPr sz="1050">
                <a:solidFill>
                  <a:schemeClr val="bg1"/>
                </a:solidFill>
              </a:defRPr>
            </a:lvl2pPr>
            <a:lvl3pPr>
              <a:defRPr sz="105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mata</a:t>
            </a:r>
            <a:r>
              <a:rPr lang="en-US" dirty="0"/>
              <a:t> </a:t>
            </a:r>
            <a:r>
              <a:rPr lang="en-US" dirty="0" err="1"/>
              <a:t>Kuliah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172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451885"/>
            <a:ext cx="843142" cy="365125"/>
          </a:xfrm>
        </p:spPr>
        <p:txBody>
          <a:bodyPr/>
          <a:lstStyle/>
          <a:p>
            <a:fld id="{2A2707B4-6C01-4D01-837E-BB8507D5A907}" type="datetime1">
              <a:rPr lang="en-US" smtClean="0"/>
              <a:t>2/2/2026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10201" y="6492875"/>
            <a:ext cx="3581400" cy="365125"/>
          </a:xfrm>
          <a:prstGeom prst="rect">
            <a:avLst/>
          </a:prstGeo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920B0-2987-4F89-B53D-8CAAC986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492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ABCCF0EF-18C6-44A6-AABF-D86948661989}" type="datetime1">
              <a:rPr lang="en-US" smtClean="0"/>
              <a:t>2/2/2026</a:t>
            </a:fld>
            <a:endParaRPr lang="en-US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fld id="{8D7920B0-2987-4F89-B53D-8CAAC986EB0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2908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81400" y="2961994"/>
            <a:ext cx="5139519" cy="2616101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1600" b="1" dirty="0"/>
              <a:t>Step - 8</a:t>
            </a:r>
          </a:p>
          <a:p>
            <a:pPr algn="just"/>
            <a:r>
              <a:rPr lang="en-US" sz="1600" b="1" dirty="0"/>
              <a:t>Clear Text and Messages</a:t>
            </a:r>
          </a:p>
          <a:p>
            <a:pPr algn="just"/>
            <a:endParaRPr lang="en-US" sz="1600" b="1" dirty="0"/>
          </a:p>
          <a:p>
            <a:r>
              <a:rPr lang="en-US" sz="1600" b="1" dirty="0"/>
              <a:t>Step - 9</a:t>
            </a:r>
            <a:br>
              <a:rPr lang="en-US" sz="1600" b="1" dirty="0"/>
            </a:br>
            <a:r>
              <a:rPr lang="en-US" sz="1600" b="1" dirty="0"/>
              <a:t>Provide Effective Feedback</a:t>
            </a:r>
            <a:br>
              <a:rPr lang="en-US" sz="1600" b="1" dirty="0"/>
            </a:br>
            <a:r>
              <a:rPr lang="en-US" sz="1600" b="1" dirty="0"/>
              <a:t>and Guidance and Assistance</a:t>
            </a:r>
          </a:p>
        </p:txBody>
      </p:sp>
    </p:spTree>
    <p:extLst>
      <p:ext uri="{BB962C8B-B14F-4D97-AF65-F5344CB8AC3E}">
        <p14:creationId xmlns:p14="http://schemas.microsoft.com/office/powerpoint/2010/main" val="4092203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99220" y="3429000"/>
            <a:ext cx="4910919" cy="163121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000" b="1" dirty="0"/>
          </a:p>
          <a:p>
            <a:pPr algn="just"/>
            <a:r>
              <a:rPr lang="en-US" sz="1600" b="1" dirty="0"/>
              <a:t>Step - 8</a:t>
            </a:r>
          </a:p>
          <a:p>
            <a:pPr algn="just"/>
            <a:r>
              <a:rPr lang="en-US" sz="1600" b="1" dirty="0"/>
              <a:t>Clear Text and Messages</a:t>
            </a:r>
          </a:p>
        </p:txBody>
      </p:sp>
    </p:spTree>
    <p:extLst>
      <p:ext uri="{BB962C8B-B14F-4D97-AF65-F5344CB8AC3E}">
        <p14:creationId xmlns:p14="http://schemas.microsoft.com/office/powerpoint/2010/main" val="403040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pPr marL="0" indent="0">
              <a:buNone/>
            </a:pPr>
            <a:r>
              <a:rPr lang="en-US" noProof="1"/>
              <a:t>Setelah mengikuti materi ini mahasiswa dapat:</a:t>
            </a:r>
            <a:endParaRPr lang="id-ID" noProof="1"/>
          </a:p>
          <a:p>
            <a:pPr lvl="2"/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dan </a:t>
            </a:r>
            <a:r>
              <a:rPr lang="en-US" dirty="0" err="1"/>
              <a:t>pesan</a:t>
            </a:r>
            <a:r>
              <a:rPr lang="en-US" dirty="0"/>
              <a:t> yang </a:t>
            </a:r>
            <a:r>
              <a:rPr lang="en-US" dirty="0" err="1"/>
              <a:t>tepat</a:t>
            </a:r>
            <a:r>
              <a:rPr lang="en-US" dirty="0"/>
              <a:t> dan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prinsip</a:t>
            </a:r>
            <a:r>
              <a:rPr lang="en-US" dirty="0"/>
              <a:t> UI</a:t>
            </a:r>
            <a:endParaRPr lang="en-US" b="1" noProof="1"/>
          </a:p>
          <a:p>
            <a:pPr marL="0" indent="0">
              <a:buNone/>
            </a:pPr>
            <a:endParaRPr lang="en-US" b="1" noProof="1"/>
          </a:p>
        </p:txBody>
      </p:sp>
    </p:spTree>
    <p:extLst>
      <p:ext uri="{BB962C8B-B14F-4D97-AF65-F5344CB8AC3E}">
        <p14:creationId xmlns:p14="http://schemas.microsoft.com/office/powerpoint/2010/main" val="2498520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F316C6F-EB78-4DF7-BBBE-F8B7E5E6E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(Step 8)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E7BBA6-0271-4908-A73E-0B7A3850E601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dirty="0"/>
              <a:t>Panduan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dan </a:t>
            </a:r>
            <a:r>
              <a:rPr lang="en-US" dirty="0" err="1"/>
              <a:t>pesan</a:t>
            </a:r>
            <a:endParaRPr lang="en-US" dirty="0"/>
          </a:p>
          <a:p>
            <a:pPr marL="819150" lvl="2" indent="-342900"/>
            <a:r>
              <a:rPr lang="en-US" sz="2000" dirty="0">
                <a:solidFill>
                  <a:prstClr val="black"/>
                </a:solidFill>
              </a:rPr>
              <a:t>General :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The concept of readability.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Choosing the proper words.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Writing sentences and messages.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Kinds of messages.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Presenting and writing text.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Window title, conventions, and sequence control guidance</a:t>
            </a:r>
          </a:p>
          <a:p>
            <a:pPr marL="933450" lvl="2" indent="-457200"/>
            <a:r>
              <a:rPr lang="en-US" sz="2000" dirty="0">
                <a:solidFill>
                  <a:prstClr val="black"/>
                </a:solidFill>
              </a:rPr>
              <a:t>Web </a:t>
            </a:r>
            <a:r>
              <a:rPr lang="en-US" sz="2000" dirty="0" err="1">
                <a:solidFill>
                  <a:prstClr val="black"/>
                </a:solidFill>
              </a:rPr>
              <a:t>Spesific</a:t>
            </a:r>
            <a:r>
              <a:rPr lang="en-US" sz="2000" dirty="0">
                <a:solidFill>
                  <a:prstClr val="black"/>
                </a:solidFill>
              </a:rPr>
              <a:t> Guidelines :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Presenting and writing page text.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Writing links and headings.</a:t>
            </a:r>
          </a:p>
          <a:p>
            <a:pPr marL="1162050" lvl="3" indent="-457200"/>
            <a:r>
              <a:rPr lang="en-US" sz="1400" dirty="0">
                <a:solidFill>
                  <a:prstClr val="black"/>
                </a:solidFill>
              </a:rPr>
              <a:t>Writing instructions and error messages</a:t>
            </a:r>
            <a:endParaRPr lang="en-US" sz="1400" dirty="0">
              <a:solidFill>
                <a:srgbClr val="D9D9D9"/>
              </a:solidFill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440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EBAF06-9E36-4F45-A735-14D3FE2C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(Step 8)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8CC833-89CC-4D59-9B8C-C5FD8DACFFB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teks</a:t>
            </a:r>
            <a:endParaRPr lang="en-US" dirty="0"/>
          </a:p>
          <a:p>
            <a:r>
              <a:rPr lang="en-US" dirty="0"/>
              <a:t>Feedback</a:t>
            </a:r>
          </a:p>
          <a:p>
            <a:r>
              <a:rPr lang="en-US" dirty="0"/>
              <a:t>Guidance &amp; </a:t>
            </a:r>
            <a:r>
              <a:rPr lang="en-US" dirty="0" err="1"/>
              <a:t>Assitance</a:t>
            </a:r>
            <a:endParaRPr lang="en-US" dirty="0"/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feedback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Guidance dan Assistance</a:t>
            </a:r>
          </a:p>
        </p:txBody>
      </p:sp>
    </p:spTree>
    <p:extLst>
      <p:ext uri="{BB962C8B-B14F-4D97-AF65-F5344CB8AC3E}">
        <p14:creationId xmlns:p14="http://schemas.microsoft.com/office/powerpoint/2010/main" val="119477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EBAF06-9E36-4F45-A735-14D3FE2C7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 (Step 9)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8CC833-89CC-4D59-9B8C-C5FD8DACFFB7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dirty="0"/>
              <a:t>Feedback</a:t>
            </a:r>
          </a:p>
          <a:p>
            <a:r>
              <a:rPr lang="en-US" dirty="0"/>
              <a:t>Guidance &amp; Assistance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Feedback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Guidance &amp; Assistance</a:t>
            </a:r>
          </a:p>
        </p:txBody>
      </p:sp>
    </p:spTree>
    <p:extLst>
      <p:ext uri="{BB962C8B-B14F-4D97-AF65-F5344CB8AC3E}">
        <p14:creationId xmlns:p14="http://schemas.microsoft.com/office/powerpoint/2010/main" val="356021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2FA0C2-9D85-4945-9533-83BF2665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645785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Panduan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teks</a:t>
            </a:r>
            <a:r>
              <a:rPr lang="en-US" dirty="0"/>
              <a:t> dan </a:t>
            </a:r>
            <a:r>
              <a:rPr lang="en-US" dirty="0" err="1"/>
              <a:t>pesan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905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Readability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19201"/>
            <a:ext cx="8326438" cy="4724400"/>
          </a:xfrm>
        </p:spPr>
        <p:txBody>
          <a:bodyPr>
            <a:normAutofit lnSpcReduction="10000"/>
          </a:bodyPr>
          <a:lstStyle/>
          <a:p>
            <a:pPr algn="just"/>
            <a:r>
              <a:rPr sz="1600" dirty="0"/>
              <a:t>The degree to which prose can be </a:t>
            </a:r>
            <a:r>
              <a:rPr sz="1600" b="1" dirty="0"/>
              <a:t>understood</a:t>
            </a:r>
            <a:r>
              <a:rPr sz="1600" dirty="0"/>
              <a:t>, based upon the complexity of its words and sentences</a:t>
            </a:r>
          </a:p>
          <a:p>
            <a:r>
              <a:rPr sz="1600" dirty="0"/>
              <a:t>Some formula to measure readability :</a:t>
            </a:r>
          </a:p>
          <a:p>
            <a:pPr lvl="1"/>
            <a:r>
              <a:rPr sz="1600" dirty="0"/>
              <a:t>the </a:t>
            </a:r>
            <a:r>
              <a:rPr sz="1600" i="1" dirty="0"/>
              <a:t>Automated Readability Index</a:t>
            </a:r>
          </a:p>
          <a:p>
            <a:pPr lvl="1"/>
            <a:r>
              <a:rPr sz="1600" i="1" dirty="0"/>
              <a:t>the Gunning-Fog Index and</a:t>
            </a:r>
          </a:p>
          <a:p>
            <a:pPr lvl="1"/>
            <a:r>
              <a:rPr sz="1600" i="1" dirty="0"/>
              <a:t>t</a:t>
            </a:r>
            <a:r>
              <a:rPr sz="1600" dirty="0"/>
              <a:t>he </a:t>
            </a:r>
            <a:r>
              <a:rPr sz="1600" i="1" dirty="0"/>
              <a:t>Dale-</a:t>
            </a:r>
            <a:r>
              <a:rPr sz="1600" i="1" dirty="0" err="1"/>
              <a:t>Chall</a:t>
            </a:r>
            <a:r>
              <a:rPr sz="1600" i="1" dirty="0"/>
              <a:t>-</a:t>
            </a:r>
            <a:r>
              <a:rPr sz="1600" i="1" dirty="0" err="1"/>
              <a:t>Flesch</a:t>
            </a:r>
            <a:r>
              <a:rPr sz="1600" i="1" dirty="0"/>
              <a:t> Reading Ease </a:t>
            </a:r>
          </a:p>
          <a:p>
            <a:pPr lvl="1"/>
            <a:r>
              <a:rPr sz="1600" i="1" dirty="0"/>
              <a:t>Flesch-Kincaid Grade Level</a:t>
            </a:r>
          </a:p>
          <a:p>
            <a:endParaRPr lang="en-US" sz="1600"/>
          </a:p>
          <a:p>
            <a:endParaRPr lang="en-US" sz="1600"/>
          </a:p>
          <a:p>
            <a:endParaRPr lang="en-US" sz="1600" dirty="0"/>
          </a:p>
          <a:p>
            <a:endParaRPr lang="en-US" sz="1600" dirty="0"/>
          </a:p>
          <a:p>
            <a:r>
              <a:rPr sz="1600" dirty="0"/>
              <a:t>Most reading formulas include only two factors:</a:t>
            </a:r>
          </a:p>
          <a:p>
            <a:pPr lvl="1"/>
            <a:r>
              <a:rPr sz="1600" dirty="0"/>
              <a:t>The number of </a:t>
            </a:r>
            <a:r>
              <a:rPr sz="1600" b="1" dirty="0"/>
              <a:t>syllables or (letters) </a:t>
            </a:r>
            <a:r>
              <a:rPr sz="1600" dirty="0"/>
              <a:t>in a word</a:t>
            </a:r>
          </a:p>
          <a:p>
            <a:pPr lvl="1"/>
            <a:r>
              <a:rPr sz="1600" dirty="0"/>
              <a:t>The number of </a:t>
            </a:r>
            <a:r>
              <a:rPr sz="1600" b="1" dirty="0"/>
              <a:t>words</a:t>
            </a:r>
            <a:r>
              <a:rPr sz="1600" dirty="0"/>
              <a:t> in a sentence</a:t>
            </a:r>
          </a:p>
          <a:p>
            <a:endParaRPr lang="en-US" sz="1600" dirty="0"/>
          </a:p>
        </p:txBody>
      </p:sp>
      <p:pic>
        <p:nvPicPr>
          <p:cNvPr id="6" name="Picture 5" descr="Screen Shot 2017-09-24 at 10.53.59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581401"/>
            <a:ext cx="65532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6588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42611"/>
            <a:ext cx="5721930" cy="773590"/>
          </a:xfrm>
        </p:spPr>
        <p:txBody>
          <a:bodyPr>
            <a:normAutofit fontScale="90000"/>
          </a:bodyPr>
          <a:lstStyle/>
          <a:p>
            <a:r>
              <a:rPr dirty="0"/>
              <a:t>Factors Influence Readability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414018008"/>
              </p:ext>
            </p:extLst>
          </p:nvPr>
        </p:nvGraphicFramePr>
        <p:xfrm>
          <a:off x="1295400" y="1488281"/>
          <a:ext cx="63484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90126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Readability Guidelines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587590134"/>
              </p:ext>
            </p:extLst>
          </p:nvPr>
        </p:nvGraphicFramePr>
        <p:xfrm>
          <a:off x="782802" y="1994716"/>
          <a:ext cx="7239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5118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Choosing The Proper Words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203576976"/>
              </p:ext>
            </p:extLst>
          </p:nvPr>
        </p:nvGraphicFramePr>
        <p:xfrm>
          <a:off x="1828800" y="1930400"/>
          <a:ext cx="6248400" cy="441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2196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Some Words to Forget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859338"/>
            <a:ext cx="5715000" cy="2684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4544005"/>
            <a:ext cx="5715000" cy="1639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66630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94242"/>
            <a:ext cx="5721930" cy="773590"/>
          </a:xfrm>
        </p:spPr>
        <p:txBody>
          <a:bodyPr>
            <a:normAutofit fontScale="90000"/>
          </a:bodyPr>
          <a:lstStyle/>
          <a:p>
            <a:r>
              <a:rPr b="1" dirty="0"/>
              <a:t>Writing Sentences &amp;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Sentences and messages must be</a:t>
            </a:r>
          </a:p>
          <a:p>
            <a:pPr lvl="1"/>
            <a:r>
              <a:rPr dirty="0"/>
              <a:t>Brief and simple.</a:t>
            </a:r>
          </a:p>
          <a:p>
            <a:pPr lvl="1"/>
            <a:r>
              <a:rPr dirty="0"/>
              <a:t>Limited to no more than </a:t>
            </a:r>
            <a:r>
              <a:rPr b="1" dirty="0"/>
              <a:t>twenty words </a:t>
            </a:r>
            <a:r>
              <a:rPr dirty="0"/>
              <a:t>per sentence.</a:t>
            </a:r>
          </a:p>
          <a:p>
            <a:pPr lvl="1"/>
            <a:r>
              <a:rPr dirty="0"/>
              <a:t>Limited to no more than </a:t>
            </a:r>
            <a:r>
              <a:rPr b="1" dirty="0"/>
              <a:t>six sentences </a:t>
            </a:r>
            <a:r>
              <a:rPr dirty="0"/>
              <a:t>per paragraph.</a:t>
            </a:r>
          </a:p>
          <a:p>
            <a:pPr lvl="1"/>
            <a:r>
              <a:rPr dirty="0"/>
              <a:t>Written at an </a:t>
            </a:r>
            <a:r>
              <a:rPr b="1" dirty="0"/>
              <a:t>eighth grade level or less </a:t>
            </a:r>
            <a:r>
              <a:rPr dirty="0"/>
              <a:t>for the general population.</a:t>
            </a:r>
          </a:p>
          <a:p>
            <a:pPr lvl="1"/>
            <a:r>
              <a:rPr dirty="0"/>
              <a:t>Directly and immediately usable.</a:t>
            </a:r>
          </a:p>
          <a:p>
            <a:pPr lvl="1"/>
            <a:r>
              <a:rPr dirty="0"/>
              <a:t>An </a:t>
            </a:r>
            <a:r>
              <a:rPr b="1" dirty="0"/>
              <a:t>affirmative</a:t>
            </a:r>
            <a:r>
              <a:rPr dirty="0"/>
              <a:t> statement.</a:t>
            </a:r>
          </a:p>
          <a:p>
            <a:pPr lvl="1"/>
            <a:r>
              <a:rPr dirty="0"/>
              <a:t>In an </a:t>
            </a:r>
            <a:r>
              <a:rPr b="1" dirty="0"/>
              <a:t>active</a:t>
            </a:r>
            <a:r>
              <a:rPr dirty="0"/>
              <a:t> voice.</a:t>
            </a:r>
          </a:p>
          <a:p>
            <a:pPr lvl="1"/>
            <a:r>
              <a:rPr dirty="0"/>
              <a:t>In the temporal sequence of events</a:t>
            </a:r>
          </a:p>
          <a:p>
            <a:pPr lvl="1"/>
            <a:r>
              <a:rPr dirty="0"/>
              <a:t>Structured so that the main topic is near the beginning</a:t>
            </a:r>
          </a:p>
          <a:p>
            <a:pPr lvl="1"/>
            <a:r>
              <a:rPr dirty="0"/>
              <a:t>Of </a:t>
            </a:r>
            <a:r>
              <a:rPr b="1" dirty="0"/>
              <a:t>parallel</a:t>
            </a:r>
            <a:r>
              <a:rPr dirty="0"/>
              <a:t> construction</a:t>
            </a:r>
          </a:p>
        </p:txBody>
      </p:sp>
    </p:spTree>
    <p:extLst>
      <p:ext uri="{BB962C8B-B14F-4D97-AF65-F5344CB8AC3E}">
        <p14:creationId xmlns:p14="http://schemas.microsoft.com/office/powerpoint/2010/main" val="22183524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294242"/>
            <a:ext cx="5721930" cy="773590"/>
          </a:xfrm>
        </p:spPr>
        <p:txBody>
          <a:bodyPr>
            <a:normAutofit fontScale="90000"/>
          </a:bodyPr>
          <a:lstStyle/>
          <a:p>
            <a:r>
              <a:rPr b="1" dirty="0"/>
              <a:t>Writing Sentences &amp;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r>
              <a:rPr dirty="0"/>
              <a:t>Sentences and messages must be of the </a:t>
            </a:r>
            <a:r>
              <a:rPr b="1" dirty="0"/>
              <a:t>proper</a:t>
            </a:r>
            <a:r>
              <a:rPr dirty="0"/>
              <a:t> </a:t>
            </a:r>
            <a:r>
              <a:rPr b="1" dirty="0"/>
              <a:t>tone</a:t>
            </a:r>
            <a:r>
              <a:rPr dirty="0"/>
              <a:t>:</a:t>
            </a:r>
          </a:p>
          <a:p>
            <a:pPr lvl="1"/>
            <a:r>
              <a:rPr dirty="0"/>
              <a:t>Non</a:t>
            </a:r>
            <a:r>
              <a:rPr lang="en-US" dirty="0"/>
              <a:t> </a:t>
            </a:r>
            <a:r>
              <a:rPr dirty="0"/>
              <a:t>authoritarian</a:t>
            </a:r>
          </a:p>
          <a:p>
            <a:pPr lvl="1"/>
            <a:r>
              <a:rPr dirty="0"/>
              <a:t>Non</a:t>
            </a:r>
            <a:r>
              <a:rPr lang="en-US" dirty="0"/>
              <a:t> </a:t>
            </a:r>
            <a:r>
              <a:rPr dirty="0"/>
              <a:t>threatening</a:t>
            </a:r>
          </a:p>
          <a:p>
            <a:pPr lvl="1"/>
            <a:r>
              <a:rPr dirty="0"/>
              <a:t>Non</a:t>
            </a:r>
            <a:r>
              <a:rPr lang="en-US" dirty="0"/>
              <a:t> </a:t>
            </a:r>
            <a:r>
              <a:rPr dirty="0"/>
              <a:t>anthropomorphic</a:t>
            </a:r>
          </a:p>
          <a:p>
            <a:pPr lvl="1"/>
            <a:r>
              <a:rPr dirty="0"/>
              <a:t>Non</a:t>
            </a:r>
            <a:r>
              <a:rPr lang="en-US" dirty="0"/>
              <a:t> </a:t>
            </a:r>
            <a:r>
              <a:rPr dirty="0"/>
              <a:t>patronizing</a:t>
            </a:r>
          </a:p>
          <a:p>
            <a:pPr lvl="1"/>
            <a:r>
              <a:rPr dirty="0"/>
              <a:t>Non</a:t>
            </a:r>
            <a:r>
              <a:rPr lang="en-US" dirty="0"/>
              <a:t> </a:t>
            </a:r>
            <a:r>
              <a:rPr dirty="0"/>
              <a:t>punishing</a:t>
            </a:r>
          </a:p>
          <a:p>
            <a:pPr lvl="1"/>
            <a:r>
              <a:rPr dirty="0"/>
              <a:t>Cautious in the use of humor.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56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Kinds of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3276600"/>
            <a:ext cx="9067800" cy="3098800"/>
          </a:xfrm>
        </p:spPr>
        <p:txBody>
          <a:bodyPr/>
          <a:lstStyle/>
          <a:p>
            <a:r>
              <a:rPr sz="2000" dirty="0"/>
              <a:t>Messages are communications provided on the screen to the screen viewer</a:t>
            </a:r>
          </a:p>
          <a:p>
            <a:r>
              <a:rPr sz="2000" dirty="0"/>
              <a:t>Screen messages categories: </a:t>
            </a:r>
          </a:p>
          <a:p>
            <a:pPr lvl="1"/>
            <a:r>
              <a:rPr lang="en-US" sz="1800" dirty="0"/>
              <a:t>S</a:t>
            </a:r>
            <a:r>
              <a:rPr sz="1800" dirty="0"/>
              <a:t>ystem Messages</a:t>
            </a:r>
          </a:p>
          <a:p>
            <a:pPr lvl="2"/>
            <a:r>
              <a:rPr sz="1400" dirty="0"/>
              <a:t>generated by the system to </a:t>
            </a:r>
            <a:r>
              <a:rPr sz="1400" b="1" dirty="0"/>
              <a:t>keep the user informed</a:t>
            </a:r>
            <a:r>
              <a:rPr sz="1400" dirty="0"/>
              <a:t> of the system’s state and activities</a:t>
            </a:r>
          </a:p>
          <a:p>
            <a:pPr lvl="2"/>
            <a:r>
              <a:rPr sz="1400" dirty="0"/>
              <a:t>They are customarily presented within message boxes</a:t>
            </a:r>
            <a:endParaRPr lang="en-US" sz="1400" dirty="0"/>
          </a:p>
          <a:p>
            <a:pPr lvl="1"/>
            <a:r>
              <a:rPr sz="1800" dirty="0"/>
              <a:t>Instructional Messages</a:t>
            </a:r>
          </a:p>
          <a:p>
            <a:pPr lvl="2"/>
            <a:r>
              <a:rPr lang="en-US" sz="1400" dirty="0"/>
              <a:t>S</a:t>
            </a:r>
            <a:r>
              <a:rPr sz="1400" dirty="0"/>
              <a:t>ometimes referred to as </a:t>
            </a:r>
            <a:r>
              <a:rPr sz="1400" i="1" dirty="0"/>
              <a:t>prompting messages</a:t>
            </a:r>
          </a:p>
          <a:p>
            <a:pPr lvl="2"/>
            <a:r>
              <a:rPr sz="1400" i="1" dirty="0"/>
              <a:t>Messages that tell the user </a:t>
            </a:r>
            <a:r>
              <a:rPr sz="1400" b="1" i="1" dirty="0"/>
              <a:t>how to work with</a:t>
            </a:r>
            <a:r>
              <a:rPr sz="1400" i="1" dirty="0"/>
              <a:t>, or </a:t>
            </a:r>
            <a:r>
              <a:rPr sz="1400" dirty="0"/>
              <a:t>complete, the screen displayed </a:t>
            </a:r>
          </a:p>
          <a:p>
            <a:pPr lvl="2"/>
            <a:r>
              <a:rPr sz="1400" dirty="0"/>
              <a:t>They may be provided in messages boxes and also within the screen itself.</a:t>
            </a:r>
            <a:endParaRPr lang="en-US" sz="1400" dirty="0"/>
          </a:p>
        </p:txBody>
      </p:sp>
      <p:pic>
        <p:nvPicPr>
          <p:cNvPr id="9" name="Picture 8" descr="Screen Shot 2017-09-24 at 11.38.22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0" y="1119785"/>
            <a:ext cx="3618157" cy="228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83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System Messages Types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79371991"/>
              </p:ext>
            </p:extLst>
          </p:nvPr>
        </p:nvGraphicFramePr>
        <p:xfrm>
          <a:off x="457200" y="2057400"/>
          <a:ext cx="8326438" cy="4054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894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/>
          <p:cNvSpPr txBox="1">
            <a:spLocks/>
          </p:cNvSpPr>
          <p:nvPr/>
        </p:nvSpPr>
        <p:spPr bwMode="auto">
          <a:xfrm>
            <a:off x="4800600" y="1219200"/>
            <a:ext cx="3749040" cy="471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Informational</a:t>
            </a:r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Question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/>
            <a:r>
              <a:rPr lang="en-US" sz="2800" dirty="0">
                <a:solidFill>
                  <a:schemeClr val="tx1"/>
                </a:solidFill>
              </a:rPr>
              <a:t>System Messages Example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0" y="990600"/>
            <a:ext cx="3749675" cy="4940300"/>
          </a:xfrm>
        </p:spPr>
        <p:txBody>
          <a:bodyPr/>
          <a:lstStyle/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Status</a:t>
            </a:r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/>
              <a:t>Warning</a:t>
            </a: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Critical</a:t>
            </a:r>
            <a:endParaRPr lang="en-GB" dirty="0"/>
          </a:p>
        </p:txBody>
      </p:sp>
      <p:pic>
        <p:nvPicPr>
          <p:cNvPr id="6" name="Picture 5" descr="Screen Shot 2017-09-24 at 3.03.1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2248" y="3519638"/>
            <a:ext cx="3124200" cy="2087880"/>
          </a:xfrm>
          <a:prstGeom prst="rect">
            <a:avLst/>
          </a:prstGeom>
        </p:spPr>
      </p:pic>
      <p:pic>
        <p:nvPicPr>
          <p:cNvPr id="10" name="Picture 9" descr="Screen Shot 2017-09-24 at 3.07.15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877" y="4622441"/>
            <a:ext cx="3511569" cy="1051325"/>
          </a:xfrm>
          <a:prstGeom prst="rect">
            <a:avLst/>
          </a:prstGeom>
        </p:spPr>
      </p:pic>
      <p:pic>
        <p:nvPicPr>
          <p:cNvPr id="11" name="Picture 10" descr="Screen Shot 2017-09-24 at 3.10.05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845" y="3070860"/>
            <a:ext cx="3506553" cy="1175808"/>
          </a:xfrm>
          <a:prstGeom prst="rect">
            <a:avLst/>
          </a:prstGeom>
        </p:spPr>
      </p:pic>
      <p:pic>
        <p:nvPicPr>
          <p:cNvPr id="13" name="Picture 12" descr="Screen Shot 2017-09-24 at 3.12.55 PM.png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56"/>
          <a:stretch/>
        </p:blipFill>
        <p:spPr>
          <a:xfrm>
            <a:off x="480877" y="1371600"/>
            <a:ext cx="2460314" cy="1218352"/>
          </a:xfrm>
          <a:prstGeom prst="rect">
            <a:avLst/>
          </a:prstGeom>
        </p:spPr>
      </p:pic>
      <p:pic>
        <p:nvPicPr>
          <p:cNvPr id="15" name="Picture 14" descr="Screen Shot 2017-09-24 at 3.17.51 PM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997" y="1470660"/>
            <a:ext cx="222309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923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Writing Message Box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893514"/>
            <a:ext cx="8991600" cy="5454899"/>
          </a:xfrm>
        </p:spPr>
        <p:txBody>
          <a:bodyPr>
            <a:normAutofit/>
          </a:bodyPr>
          <a:lstStyle/>
          <a:p>
            <a:r>
              <a:rPr dirty="0"/>
              <a:t>Title bar:</a:t>
            </a:r>
          </a:p>
          <a:p>
            <a:pPr lvl="1"/>
            <a:r>
              <a:rPr dirty="0"/>
              <a:t>Clearly identify the source of the message</a:t>
            </a:r>
          </a:p>
          <a:p>
            <a:pPr lvl="2"/>
            <a:r>
              <a:rPr dirty="0"/>
              <a:t>The name of the object to which it refers</a:t>
            </a:r>
          </a:p>
          <a:p>
            <a:pPr lvl="2"/>
            <a:r>
              <a:rPr dirty="0"/>
              <a:t>The name of the application to which it refers.</a:t>
            </a:r>
          </a:p>
          <a:p>
            <a:pPr lvl="1"/>
            <a:r>
              <a:rPr dirty="0"/>
              <a:t>Do not include an indication of message type.</a:t>
            </a:r>
          </a:p>
          <a:p>
            <a:pPr lvl="1"/>
            <a:r>
              <a:rPr dirty="0"/>
              <a:t>Use mixed case in the headline style.</a:t>
            </a:r>
          </a:p>
          <a:p>
            <a:r>
              <a:rPr dirty="0"/>
              <a:t>Message box:</a:t>
            </a:r>
          </a:p>
          <a:p>
            <a:pPr lvl="1"/>
            <a:r>
              <a:rPr dirty="0"/>
              <a:t>Provide a clear and concise description of the condition causing the message box to be displayed</a:t>
            </a:r>
          </a:p>
          <a:p>
            <a:pPr lvl="2"/>
            <a:r>
              <a:rPr dirty="0"/>
              <a:t>Use complete sentences with ending punctuation</a:t>
            </a:r>
          </a:p>
          <a:p>
            <a:pPr lvl="2"/>
            <a:r>
              <a:rPr dirty="0"/>
              <a:t>State the problem, its probable cause (if known), and what the user can do about it</a:t>
            </a:r>
          </a:p>
          <a:p>
            <a:pPr lvl="2"/>
            <a:r>
              <a:rPr dirty="0"/>
              <a:t>Avoid contractions &amp; technical jargon</a:t>
            </a:r>
          </a:p>
          <a:p>
            <a:pPr lvl="2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40161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Writing Message Box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9144000" cy="5643563"/>
          </a:xfrm>
        </p:spPr>
        <p:txBody>
          <a:bodyPr/>
          <a:lstStyle/>
          <a:p>
            <a:pPr lvl="2"/>
            <a:r>
              <a:rPr dirty="0"/>
              <a:t>Provide only as much background information as necessary for the message to be understood</a:t>
            </a:r>
          </a:p>
          <a:p>
            <a:pPr lvl="2"/>
            <a:r>
              <a:rPr dirty="0"/>
              <a:t>Show only one message box about the cause of condition in a single message</a:t>
            </a:r>
          </a:p>
          <a:p>
            <a:pPr lvl="2"/>
            <a:r>
              <a:rPr dirty="0"/>
              <a:t>Make the solution an option offered in the message</a:t>
            </a:r>
          </a:p>
          <a:p>
            <a:pPr lvl="2"/>
            <a:r>
              <a:rPr dirty="0"/>
              <a:t>Avoid multistep solutions</a:t>
            </a:r>
          </a:p>
          <a:p>
            <a:pPr lvl="2"/>
            <a:r>
              <a:rPr dirty="0"/>
              <a:t>Use consistent words and phrasing for similar situations</a:t>
            </a:r>
          </a:p>
          <a:p>
            <a:pPr lvl="2"/>
            <a:r>
              <a:rPr dirty="0"/>
              <a:t>Use the word </a:t>
            </a:r>
            <a:r>
              <a:rPr i="1" dirty="0"/>
              <a:t>please conservatively</a:t>
            </a:r>
          </a:p>
          <a:p>
            <a:pPr lvl="1"/>
            <a:r>
              <a:rPr dirty="0"/>
              <a:t>Do not exceed two or three lines</a:t>
            </a:r>
          </a:p>
          <a:p>
            <a:pPr lvl="1"/>
            <a:r>
              <a:rPr dirty="0"/>
              <a:t>Include the relevant icon identifying the type of message to the left of the text</a:t>
            </a:r>
          </a:p>
          <a:p>
            <a:pPr lvl="1"/>
            <a:r>
              <a:rPr dirty="0"/>
              <a:t>Center the message text in window</a:t>
            </a:r>
          </a:p>
          <a:p>
            <a:pPr lvl="2"/>
            <a:endParaRPr i="1" dirty="0"/>
          </a:p>
          <a:p>
            <a:pPr lvl="2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41800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Box Controls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8991600" cy="5707063"/>
          </a:xfrm>
        </p:spPr>
        <p:txBody>
          <a:bodyPr/>
          <a:lstStyle/>
          <a:p>
            <a:r>
              <a:rPr dirty="0"/>
              <a:t>Command buttons:</a:t>
            </a:r>
          </a:p>
          <a:p>
            <a:pPr lvl="1"/>
            <a:r>
              <a:rPr dirty="0"/>
              <a:t>If a message requires no choices to be made but only acknowledgment </a:t>
            </a:r>
          </a:p>
          <a:p>
            <a:pPr lvl="2"/>
            <a:r>
              <a:rPr dirty="0"/>
              <a:t>Include an OK button</a:t>
            </a:r>
          </a:p>
          <a:p>
            <a:pPr lvl="1"/>
            <a:r>
              <a:rPr dirty="0"/>
              <a:t>If a message requires a choice to be made, provide a command button for each option</a:t>
            </a:r>
          </a:p>
          <a:p>
            <a:pPr lvl="2"/>
            <a:r>
              <a:rPr dirty="0"/>
              <a:t>Include OK and Cancel buttons only when the user has the option of continuing or stopping the action</a:t>
            </a:r>
          </a:p>
          <a:p>
            <a:pPr lvl="2"/>
            <a:r>
              <a:rPr dirty="0"/>
              <a:t>Include Yes and No buttons when the user must decide how to continue</a:t>
            </a:r>
          </a:p>
          <a:p>
            <a:pPr lvl="2"/>
            <a:r>
              <a:rPr dirty="0"/>
              <a:t>If these choices are too ambiguous, label the command buttons with the names of specific actions</a:t>
            </a:r>
          </a:p>
          <a:p>
            <a:pPr lvl="2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6638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Message Box Controls (cont'd)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144000" cy="5740649"/>
          </a:xfrm>
        </p:spPr>
        <p:txBody>
          <a:bodyPr>
            <a:normAutofit/>
          </a:bodyPr>
          <a:lstStyle/>
          <a:p>
            <a:pPr lvl="1"/>
            <a:r>
              <a:rPr dirty="0"/>
              <a:t>If a message allows initiation of an action to correct the situation described,</a:t>
            </a:r>
          </a:p>
          <a:p>
            <a:pPr lvl="2"/>
            <a:r>
              <a:rPr dirty="0"/>
              <a:t>Include a properly labeled button initiating the corrective action</a:t>
            </a:r>
          </a:p>
          <a:p>
            <a:pPr lvl="1"/>
            <a:r>
              <a:rPr dirty="0"/>
              <a:t>If a message describes an interrupted process whose state cannot be restored,</a:t>
            </a:r>
          </a:p>
          <a:p>
            <a:pPr lvl="2"/>
            <a:r>
              <a:rPr dirty="0"/>
              <a:t>Provide a Stop button.</a:t>
            </a:r>
          </a:p>
          <a:p>
            <a:pPr lvl="1"/>
            <a:r>
              <a:rPr dirty="0"/>
              <a:t>If a message offers an opportunity to cancel a process as well as to perform or not perform an action</a:t>
            </a:r>
          </a:p>
          <a:p>
            <a:pPr lvl="2"/>
            <a:r>
              <a:rPr dirty="0"/>
              <a:t>Provide a Cancel button</a:t>
            </a:r>
          </a:p>
          <a:p>
            <a:pPr lvl="1"/>
            <a:r>
              <a:rPr dirty="0"/>
              <a:t>If more details about a message topic must be presented</a:t>
            </a:r>
          </a:p>
          <a:p>
            <a:pPr lvl="2"/>
            <a:r>
              <a:rPr dirty="0"/>
              <a:t>Provide a Help button</a:t>
            </a:r>
          </a:p>
          <a:p>
            <a:pPr lvl="1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166748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81000"/>
            <a:ext cx="5721930" cy="773590"/>
          </a:xfrm>
        </p:spPr>
        <p:txBody>
          <a:bodyPr>
            <a:normAutofit fontScale="90000"/>
          </a:bodyPr>
          <a:lstStyle/>
          <a:p>
            <a:r>
              <a:t>Message Box Controls (cont'd)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447800"/>
            <a:ext cx="8991600" cy="4729163"/>
          </a:xfrm>
        </p:spPr>
        <p:txBody>
          <a:bodyPr/>
          <a:lstStyle/>
          <a:p>
            <a:pPr lvl="1"/>
            <a:r>
              <a:rPr dirty="0"/>
              <a:t>Designate the most frequent or least destructive option as the default</a:t>
            </a:r>
          </a:p>
          <a:p>
            <a:pPr lvl="1"/>
            <a:r>
              <a:rPr dirty="0"/>
              <a:t>Display a message box only when the window of an application is active</a:t>
            </a:r>
          </a:p>
          <a:p>
            <a:pPr lvl="1"/>
            <a:r>
              <a:rPr dirty="0"/>
              <a:t>Display only one message box for a specific condition</a:t>
            </a:r>
          </a:p>
          <a:p>
            <a:pPr lvl="1">
              <a:buNone/>
            </a:pPr>
            <a:endParaRPr dirty="0"/>
          </a:p>
          <a:p>
            <a:r>
              <a:rPr dirty="0"/>
              <a:t>Close box:</a:t>
            </a:r>
          </a:p>
          <a:p>
            <a:pPr lvl="1"/>
            <a:r>
              <a:rPr dirty="0"/>
              <a:t>Enable the title bar Close box only if the message includes a Cancel button.</a:t>
            </a:r>
          </a:p>
          <a:p>
            <a:pPr lvl="2"/>
            <a:endParaRPr dirty="0"/>
          </a:p>
          <a:p>
            <a:pPr lvl="2"/>
            <a:endParaRPr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736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Message Location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04800" y="1981200"/>
            <a:ext cx="8305800" cy="2885514"/>
          </a:xfrm>
          <a:prstGeom prst="rect">
            <a:avLst/>
          </a:prstGeom>
        </p:spPr>
        <p:txBody>
          <a:bodyPr/>
          <a:lstStyle/>
          <a:p>
            <a:pPr marL="354013" lvl="0" indent="-354013">
              <a:buFont typeface="Wingdings" charset="2"/>
              <a:buChar char="Ø"/>
            </a:pPr>
            <a:r>
              <a:rPr lang="en-US" sz="2400" dirty="0"/>
              <a:t>Use the message line for messages that must not interfere with screen information</a:t>
            </a:r>
          </a:p>
          <a:p>
            <a:pPr marL="354013" lvl="0" indent="-354013">
              <a:buFont typeface="Wingdings" charset="2"/>
              <a:buChar char="Ø"/>
            </a:pPr>
            <a:r>
              <a:rPr lang="en-US" sz="2400" dirty="0"/>
              <a:t>Pop-up windows may be used for all kinds of messages, if available</a:t>
            </a:r>
          </a:p>
          <a:p>
            <a:pPr marL="354013" lvl="0" indent="-354013">
              <a:buFont typeface="Wingdings" charset="2"/>
              <a:buChar char="Ø"/>
            </a:pPr>
            <a:r>
              <a:rPr lang="en-US" sz="2400" dirty="0"/>
              <a:t>Pop-up windows should always be used for critical messages.</a:t>
            </a:r>
          </a:p>
        </p:txBody>
      </p:sp>
    </p:spTree>
    <p:extLst>
      <p:ext uri="{BB962C8B-B14F-4D97-AF65-F5344CB8AC3E}">
        <p14:creationId xmlns:p14="http://schemas.microsoft.com/office/powerpoint/2010/main" val="31742707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/>
            <a:r>
              <a:rPr lang="en-US" sz="2400" dirty="0">
                <a:solidFill>
                  <a:schemeClr val="tx1"/>
                </a:solidFill>
              </a:rPr>
              <a:t>Instructional Messages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r>
              <a:rPr sz="2000" dirty="0"/>
              <a:t>Provide instructional information at the depth of detail needed by the user</a:t>
            </a:r>
          </a:p>
          <a:p>
            <a:r>
              <a:rPr sz="2000" dirty="0"/>
              <a:t>Locate it at strategic positions on the screen</a:t>
            </a:r>
          </a:p>
          <a:p>
            <a:r>
              <a:rPr sz="2000" dirty="0"/>
              <a:t>Display it in a manner that visually differentiates it from other screen elements</a:t>
            </a:r>
          </a:p>
          <a:p>
            <a:r>
              <a:rPr sz="2000" dirty="0"/>
              <a:t>In writing, follow all relevant writing guidelines for words, sentences, and messages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5082458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Presenting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228600" y="1295400"/>
            <a:ext cx="8915400" cy="4648200"/>
          </a:xfrm>
        </p:spPr>
        <p:txBody>
          <a:bodyPr/>
          <a:lstStyle/>
          <a:p>
            <a:r>
              <a:rPr sz="1600" dirty="0"/>
              <a:t>Display prose text in mixed upper- and lower-case letters.</a:t>
            </a:r>
          </a:p>
          <a:p>
            <a:r>
              <a:rPr sz="1600" dirty="0"/>
              <a:t>Fonts:</a:t>
            </a:r>
          </a:p>
          <a:p>
            <a:pPr lvl="1"/>
            <a:r>
              <a:rPr sz="1600" dirty="0"/>
              <a:t>Use plain and simple fonts</a:t>
            </a:r>
          </a:p>
          <a:p>
            <a:pPr lvl="1"/>
            <a:r>
              <a:rPr sz="1600" dirty="0"/>
              <a:t>Choose a minimum point size of 12 to 14.</a:t>
            </a:r>
          </a:p>
          <a:p>
            <a:pPr lvl="1"/>
            <a:r>
              <a:rPr sz="1600" dirty="0"/>
              <a:t>Use proportional fonts</a:t>
            </a:r>
          </a:p>
          <a:p>
            <a:r>
              <a:rPr sz="1600" dirty="0"/>
              <a:t>Justification:</a:t>
            </a:r>
          </a:p>
          <a:p>
            <a:pPr lvl="1"/>
            <a:r>
              <a:rPr sz="1600" dirty="0"/>
              <a:t>Left-justify</a:t>
            </a:r>
          </a:p>
          <a:p>
            <a:pPr lvl="1"/>
            <a:r>
              <a:rPr sz="1600" dirty="0"/>
              <a:t>Do not right-justify</a:t>
            </a:r>
          </a:p>
          <a:p>
            <a:pPr lvl="1"/>
            <a:r>
              <a:rPr sz="1600" dirty="0"/>
              <a:t>Do not hyphenate words</a:t>
            </a:r>
          </a:p>
          <a:p>
            <a:r>
              <a:rPr sz="1600" dirty="0"/>
              <a:t>Line Length:</a:t>
            </a:r>
          </a:p>
          <a:p>
            <a:pPr lvl="1"/>
            <a:r>
              <a:rPr sz="1600" dirty="0"/>
              <a:t>If fast reading is required, use line lengths of about 75-100 characters</a:t>
            </a:r>
          </a:p>
          <a:p>
            <a:pPr>
              <a:buNone/>
            </a:pP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314479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Presenting Text (Cont'd)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04800" y="1143000"/>
            <a:ext cx="8839200" cy="4984750"/>
          </a:xfrm>
        </p:spPr>
        <p:txBody>
          <a:bodyPr/>
          <a:lstStyle/>
          <a:p>
            <a:pPr lvl="2"/>
            <a:r>
              <a:rPr sz="1600" dirty="0"/>
              <a:t>If user preference is important, a length of about 50-60 characters is acceptable</a:t>
            </a:r>
          </a:p>
          <a:p>
            <a:pPr lvl="2"/>
            <a:r>
              <a:rPr sz="1600" dirty="0"/>
              <a:t>Very narrow columns should be avoided</a:t>
            </a:r>
          </a:p>
          <a:p>
            <a:r>
              <a:rPr sz="1600" dirty="0"/>
              <a:t>Line endings:</a:t>
            </a:r>
          </a:p>
          <a:p>
            <a:pPr lvl="1"/>
            <a:r>
              <a:rPr sz="1600" dirty="0"/>
              <a:t>Coincide with grammatical boundaries</a:t>
            </a:r>
          </a:p>
          <a:p>
            <a:r>
              <a:rPr sz="1600" dirty="0"/>
              <a:t>Line spacing:</a:t>
            </a:r>
          </a:p>
          <a:p>
            <a:pPr lvl="1"/>
            <a:r>
              <a:rPr sz="1600" dirty="0"/>
              <a:t>Increase line spacing to enhance legibility and readability</a:t>
            </a:r>
          </a:p>
          <a:p>
            <a:r>
              <a:rPr sz="1600" dirty="0"/>
              <a:t>Content:</a:t>
            </a:r>
          </a:p>
          <a:p>
            <a:pPr lvl="1"/>
            <a:r>
              <a:rPr sz="1600" dirty="0"/>
              <a:t>Use headings to introduce a new topic</a:t>
            </a:r>
          </a:p>
          <a:p>
            <a:pPr lvl="1"/>
            <a:r>
              <a:rPr sz="1600" dirty="0"/>
              <a:t>Make first sentences descriptive Separate paragraphs by at least one blank line</a:t>
            </a:r>
          </a:p>
          <a:p>
            <a:pPr lvl="1"/>
            <a:r>
              <a:rPr sz="1600" dirty="0"/>
              <a:t>Start a fresh topic on a new page</a:t>
            </a:r>
          </a:p>
          <a:p>
            <a:pPr lvl="1"/>
            <a:r>
              <a:rPr sz="1600" dirty="0"/>
              <a:t>Use lists to present facts</a:t>
            </a:r>
          </a:p>
        </p:txBody>
      </p:sp>
    </p:spTree>
    <p:extLst>
      <p:ext uri="{BB962C8B-B14F-4D97-AF65-F5344CB8AC3E}">
        <p14:creationId xmlns:p14="http://schemas.microsoft.com/office/powerpoint/2010/main" val="41543086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Presenting Text (Cont'd)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95400"/>
            <a:ext cx="8991600" cy="4881563"/>
          </a:xfrm>
        </p:spPr>
        <p:txBody>
          <a:bodyPr/>
          <a:lstStyle/>
          <a:p>
            <a:pPr lvl="1"/>
            <a:r>
              <a:t>Emphasize important things by</a:t>
            </a:r>
          </a:p>
          <a:p>
            <a:pPr lvl="2"/>
            <a:r>
              <a:t>Positioning</a:t>
            </a:r>
          </a:p>
          <a:p>
            <a:pPr lvl="2"/>
            <a:r>
              <a:t>Boxes</a:t>
            </a:r>
          </a:p>
          <a:p>
            <a:pPr lvl="2"/>
            <a:r>
              <a:t>Bold typefaces</a:t>
            </a:r>
          </a:p>
          <a:p>
            <a:pPr lvl="2"/>
            <a:r>
              <a:t>Indented margins</a:t>
            </a:r>
          </a:p>
          <a:p>
            <a:pPr lvl="1"/>
            <a:r>
              <a:t>Provide a screen design philosophy consistent with other parts of the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467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Text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93994750"/>
              </p:ext>
            </p:extLst>
          </p:nvPr>
        </p:nvGraphicFramePr>
        <p:xfrm>
          <a:off x="1295400" y="1977656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27811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752375"/>
            <a:ext cx="5721930" cy="773590"/>
          </a:xfrm>
        </p:spPr>
        <p:txBody>
          <a:bodyPr>
            <a:normAutofit fontScale="90000"/>
          </a:bodyPr>
          <a:lstStyle/>
          <a:p>
            <a:r>
              <a:rPr dirty="0"/>
              <a:t>Window title, Conventions, &amp; Sequence Control Guidance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71600"/>
            <a:ext cx="9067800" cy="47244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b="1" i="1" dirty="0"/>
          </a:p>
          <a:p>
            <a:r>
              <a:rPr b="1" i="1" dirty="0"/>
              <a:t>Window Title</a:t>
            </a:r>
          </a:p>
          <a:p>
            <a:pPr lvl="1"/>
            <a:r>
              <a:rPr dirty="0"/>
              <a:t>All windows must have a title located in a centered position at the top</a:t>
            </a:r>
          </a:p>
          <a:p>
            <a:pPr lvl="2"/>
            <a:r>
              <a:rPr dirty="0"/>
              <a:t>Exception: Windows containing messages</a:t>
            </a:r>
          </a:p>
          <a:p>
            <a:pPr lvl="1"/>
            <a:r>
              <a:rPr dirty="0"/>
              <a:t>Clearly and concisely describe the purpose of the window</a:t>
            </a:r>
          </a:p>
          <a:p>
            <a:pPr lvl="1"/>
            <a:r>
              <a:rPr dirty="0"/>
              <a:t>Spell it out fully using an uppercase or mixed-case font.</a:t>
            </a:r>
          </a:p>
          <a:p>
            <a:pPr lvl="1"/>
            <a:r>
              <a:rPr dirty="0"/>
              <a:t>If title truncation is necessary, truncate it from right to left.</a:t>
            </a:r>
          </a:p>
          <a:p>
            <a:pPr lvl="1"/>
            <a:r>
              <a:rPr dirty="0"/>
              <a:t>If presented above a menu bar, display it with a background that contrasts with the bar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4293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6858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Window title, Conventions, &amp; Sequence Control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8801"/>
            <a:ext cx="9144000" cy="4433888"/>
          </a:xfrm>
        </p:spPr>
        <p:txBody>
          <a:bodyPr/>
          <a:lstStyle/>
          <a:p>
            <a:r>
              <a:rPr sz="2400" b="1" i="1" dirty="0"/>
              <a:t>Conventions</a:t>
            </a:r>
          </a:p>
          <a:p>
            <a:pPr lvl="1">
              <a:buNone/>
            </a:pPr>
            <a:r>
              <a:rPr sz="2400" dirty="0"/>
              <a:t>Establish conventions for referring to</a:t>
            </a:r>
          </a:p>
          <a:p>
            <a:pPr lvl="2"/>
            <a:r>
              <a:rPr sz="2400" dirty="0"/>
              <a:t>Individual keyboard keys</a:t>
            </a:r>
          </a:p>
          <a:p>
            <a:pPr lvl="2"/>
            <a:r>
              <a:rPr sz="2400" dirty="0"/>
              <a:t>Keys to be pressed at the same time</a:t>
            </a:r>
          </a:p>
          <a:p>
            <a:pPr lvl="2"/>
            <a:r>
              <a:rPr sz="2400" dirty="0"/>
              <a:t>Field captions</a:t>
            </a:r>
          </a:p>
          <a:p>
            <a:pPr lvl="2"/>
            <a:r>
              <a:rPr sz="2400" dirty="0"/>
              <a:t>Names supplied by users or defined by the system.</a:t>
            </a:r>
          </a:p>
          <a:p>
            <a:pPr lvl="2"/>
            <a:r>
              <a:rPr sz="2400" dirty="0"/>
              <a:t>Commands and actions</a:t>
            </a:r>
          </a:p>
        </p:txBody>
      </p:sp>
    </p:spTree>
    <p:extLst>
      <p:ext uri="{BB962C8B-B14F-4D97-AF65-F5344CB8AC3E}">
        <p14:creationId xmlns:p14="http://schemas.microsoft.com/office/powerpoint/2010/main" val="288812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035" y="5334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US" dirty="0"/>
              <a:t>Window title, Conventions, &amp; Sequence Control Guidance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524000"/>
            <a:ext cx="9144000" cy="4532313"/>
          </a:xfrm>
        </p:spPr>
        <p:txBody>
          <a:bodyPr>
            <a:normAutofit/>
          </a:bodyPr>
          <a:lstStyle/>
          <a:p>
            <a:pPr lvl="2">
              <a:buNone/>
            </a:pPr>
            <a:endParaRPr dirty="0"/>
          </a:p>
          <a:p>
            <a:r>
              <a:rPr b="1" i="1" dirty="0"/>
              <a:t>Sequence Control Guidance</a:t>
            </a:r>
          </a:p>
          <a:p>
            <a:pPr lvl="1"/>
            <a:r>
              <a:rPr dirty="0"/>
              <a:t>Consider providing a guidance message telling how to continue at points in the dialog when</a:t>
            </a:r>
          </a:p>
          <a:p>
            <a:pPr lvl="2"/>
            <a:r>
              <a:rPr dirty="0"/>
              <a:t>A decision must be made</a:t>
            </a:r>
          </a:p>
          <a:p>
            <a:pPr lvl="2"/>
            <a:r>
              <a:rPr dirty="0"/>
              <a:t>A response needs to be made to continue</a:t>
            </a:r>
          </a:p>
          <a:p>
            <a:pPr lvl="1"/>
            <a:r>
              <a:rPr dirty="0"/>
              <a:t>Consider indicating what control options exist at points in the dialog where several alternatives may be available</a:t>
            </a:r>
          </a:p>
          <a:p>
            <a:pPr lvl="1"/>
            <a:r>
              <a:rPr dirty="0"/>
              <a:t>Permit these prompts to be turned on or off by the user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920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Presenting &amp; Writing Page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sz="2000" dirty="0"/>
              <a:t>The most important part of a Web site is its content, a well-written site is a necessity</a:t>
            </a:r>
          </a:p>
          <a:p>
            <a:r>
              <a:rPr sz="2000" dirty="0"/>
              <a:t>Poorly written content has been found to increase user confusion, increase comprehension errors, increase reading times, and reduce user satisfaction</a:t>
            </a:r>
          </a:p>
          <a:p>
            <a:r>
              <a:rPr sz="2000" dirty="0"/>
              <a:t>Content re-written properly for presentation on a Web site has been found to reduce the time to perform a task by 80 percent, improve one’s memory of the content by 100 percent, and increase user satisfaction by 37 percent (</a:t>
            </a:r>
            <a:r>
              <a:rPr sz="2000" dirty="0" err="1"/>
              <a:t>Morkes</a:t>
            </a:r>
            <a:r>
              <a:rPr sz="2000" dirty="0"/>
              <a:t> and Nielsen, 1998)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80369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Words &amp; Presentation of Page Text</a:t>
            </a:r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2884420414"/>
              </p:ext>
            </p:extLst>
          </p:nvPr>
        </p:nvGraphicFramePr>
        <p:xfrm>
          <a:off x="762000" y="2057400"/>
          <a:ext cx="5943600" cy="3581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30221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Writing Page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144000" cy="5553324"/>
          </a:xfrm>
        </p:spPr>
        <p:txBody>
          <a:bodyPr>
            <a:normAutofit lnSpcReduction="10000"/>
          </a:bodyPr>
          <a:lstStyle/>
          <a:p>
            <a:r>
              <a:rPr dirty="0"/>
              <a:t>Style:</a:t>
            </a:r>
          </a:p>
          <a:p>
            <a:pPr lvl="1"/>
            <a:r>
              <a:rPr dirty="0"/>
              <a:t>Use a style reflecting the needs of the site users</a:t>
            </a:r>
          </a:p>
          <a:p>
            <a:pPr lvl="1"/>
            <a:r>
              <a:rPr dirty="0"/>
              <a:t>Write objectively</a:t>
            </a:r>
          </a:p>
          <a:p>
            <a:pPr lvl="1"/>
            <a:r>
              <a:rPr dirty="0"/>
              <a:t>Use the inverted pyramid organization</a:t>
            </a:r>
          </a:p>
          <a:p>
            <a:pPr lvl="1"/>
            <a:r>
              <a:rPr dirty="0"/>
              <a:t>Be concise, using only about half the number of words of conventional text</a:t>
            </a:r>
          </a:p>
          <a:p>
            <a:pPr lvl="1"/>
            <a:r>
              <a:rPr dirty="0"/>
              <a:t>Each paragraph should</a:t>
            </a:r>
          </a:p>
          <a:p>
            <a:pPr lvl="2"/>
            <a:r>
              <a:rPr dirty="0"/>
              <a:t>Be short</a:t>
            </a:r>
          </a:p>
          <a:p>
            <a:pPr lvl="2"/>
            <a:r>
              <a:rPr dirty="0"/>
              <a:t>Contain only one main idea</a:t>
            </a:r>
          </a:p>
          <a:p>
            <a:r>
              <a:rPr dirty="0"/>
              <a:t>Links:</a:t>
            </a:r>
          </a:p>
          <a:p>
            <a:pPr lvl="1"/>
            <a:r>
              <a:rPr dirty="0"/>
              <a:t>Minimize within-text links</a:t>
            </a:r>
          </a:p>
          <a:p>
            <a:pPr lvl="1"/>
            <a:r>
              <a:rPr dirty="0"/>
              <a:t>Place them at the beginning or end of paragraphs or sections of text</a:t>
            </a:r>
          </a:p>
        </p:txBody>
      </p:sp>
    </p:spTree>
    <p:extLst>
      <p:ext uri="{BB962C8B-B14F-4D97-AF65-F5344CB8AC3E}">
        <p14:creationId xmlns:p14="http://schemas.microsoft.com/office/powerpoint/2010/main" val="21592824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Page Text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144000" cy="5558086"/>
          </a:xfrm>
        </p:spPr>
        <p:txBody>
          <a:bodyPr>
            <a:normAutofit/>
          </a:bodyPr>
          <a:lstStyle/>
          <a:p>
            <a:r>
              <a:rPr dirty="0"/>
              <a:t>Scanning:</a:t>
            </a:r>
          </a:p>
          <a:p>
            <a:pPr lvl="1"/>
            <a:r>
              <a:rPr dirty="0"/>
              <a:t>Make text </a:t>
            </a:r>
            <a:r>
              <a:rPr dirty="0" err="1"/>
              <a:t>scannable</a:t>
            </a:r>
            <a:r>
              <a:rPr dirty="0"/>
              <a:t> by using</a:t>
            </a:r>
          </a:p>
          <a:p>
            <a:pPr lvl="2"/>
            <a:r>
              <a:rPr dirty="0"/>
              <a:t>Bulleted listings</a:t>
            </a:r>
          </a:p>
          <a:p>
            <a:pPr lvl="2"/>
            <a:r>
              <a:rPr dirty="0"/>
              <a:t>Tables</a:t>
            </a:r>
          </a:p>
          <a:p>
            <a:pPr lvl="2"/>
            <a:r>
              <a:rPr dirty="0"/>
              <a:t>Headings and subheadings</a:t>
            </a:r>
          </a:p>
          <a:p>
            <a:pPr lvl="2"/>
            <a:r>
              <a:rPr dirty="0"/>
              <a:t>Highlighted and emphasized important issues</a:t>
            </a:r>
          </a:p>
          <a:p>
            <a:pPr lvl="2"/>
            <a:r>
              <a:rPr dirty="0"/>
              <a:t>Short paragraphs</a:t>
            </a:r>
          </a:p>
          <a:p>
            <a:r>
              <a:rPr dirty="0"/>
              <a:t>International audience:</a:t>
            </a:r>
          </a:p>
          <a:p>
            <a:pPr lvl="1"/>
            <a:r>
              <a:rPr dirty="0"/>
              <a:t>Consider internationalization needs</a:t>
            </a:r>
          </a:p>
          <a:p>
            <a:r>
              <a:rPr dirty="0"/>
              <a:t>Testing:</a:t>
            </a:r>
          </a:p>
          <a:p>
            <a:pPr lvl="1"/>
            <a:r>
              <a:rPr dirty="0"/>
              <a:t>Test for legibility and readability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0915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Writing Link Labels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066800"/>
            <a:ext cx="9144000" cy="4968875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Create meaningful labels that use the following:</a:t>
            </a:r>
          </a:p>
          <a:p>
            <a:pPr lvl="1"/>
            <a:r>
              <a:rPr dirty="0"/>
              <a:t>Descriptive, differentiable, predictive, and active wording</a:t>
            </a:r>
          </a:p>
          <a:p>
            <a:pPr lvl="1"/>
            <a:r>
              <a:rPr dirty="0"/>
              <a:t>Keywords positioned at the beginning</a:t>
            </a:r>
          </a:p>
          <a:p>
            <a:pPr lvl="1"/>
            <a:r>
              <a:rPr dirty="0"/>
              <a:t>Content that is concise but long enough to be understood</a:t>
            </a:r>
          </a:p>
          <a:p>
            <a:pPr lvl="1"/>
            <a:r>
              <a:rPr dirty="0"/>
              <a:t>Wording that clearly indicates link destination or resulting action</a:t>
            </a:r>
          </a:p>
          <a:p>
            <a:pPr lvl="1"/>
            <a:r>
              <a:rPr dirty="0"/>
              <a:t>Link names that match with their destination page</a:t>
            </a:r>
          </a:p>
          <a:p>
            <a:r>
              <a:rPr dirty="0"/>
              <a:t>Integrate embedded links smoothly into the text</a:t>
            </a:r>
          </a:p>
          <a:p>
            <a:r>
              <a:rPr dirty="0"/>
              <a:t>Ensure that embedded links are descriptive</a:t>
            </a:r>
          </a:p>
          <a:p>
            <a:pPr lvl="1"/>
            <a:r>
              <a:rPr dirty="0"/>
              <a:t>Make only a few words the active link</a:t>
            </a:r>
          </a:p>
          <a:p>
            <a:pPr lvl="1"/>
            <a:r>
              <a:rPr dirty="0"/>
              <a:t>Do not spread links over two lines</a:t>
            </a:r>
          </a:p>
          <a:p>
            <a:r>
              <a:rPr dirty="0"/>
              <a:t>Standalone links should not exceed one sentence in length</a:t>
            </a:r>
          </a:p>
          <a:p>
            <a:r>
              <a:rPr dirty="0"/>
              <a:t>Provide glosses or link labels to assist link understanding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712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Link Titles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43001"/>
            <a:ext cx="9144000" cy="5181600"/>
          </a:xfrm>
        </p:spPr>
        <p:txBody>
          <a:bodyPr>
            <a:normAutofit/>
          </a:bodyPr>
          <a:lstStyle/>
          <a:p>
            <a:r>
              <a:rPr sz="1800" dirty="0"/>
              <a:t>Provide link titles that describe</a:t>
            </a:r>
          </a:p>
          <a:p>
            <a:pPr lvl="1"/>
            <a:r>
              <a:rPr sz="1800" dirty="0"/>
              <a:t>The name of site the link will lead to (if different from current site).</a:t>
            </a:r>
          </a:p>
          <a:p>
            <a:pPr lvl="1"/>
            <a:r>
              <a:rPr sz="1800" dirty="0"/>
              <a:t>The name of subsection the link will lead to (if staying within current site).</a:t>
            </a:r>
          </a:p>
          <a:p>
            <a:pPr lvl="1"/>
            <a:r>
              <a:rPr sz="1800" dirty="0"/>
              <a:t>The kind of information to be found at the destination.</a:t>
            </a:r>
          </a:p>
          <a:p>
            <a:pPr lvl="1"/>
            <a:r>
              <a:rPr sz="1800" dirty="0"/>
              <a:t>How the linked information relates to the anchor link and the current page content.</a:t>
            </a:r>
          </a:p>
          <a:p>
            <a:pPr lvl="1"/>
            <a:r>
              <a:rPr sz="1800" dirty="0"/>
              <a:t>How large the linked information is.</a:t>
            </a:r>
          </a:p>
          <a:p>
            <a:pPr lvl="1"/>
            <a:r>
              <a:rPr sz="1800" dirty="0"/>
              <a:t>Warnings about possible problems to be encountered at the other end.</a:t>
            </a:r>
          </a:p>
          <a:p>
            <a:r>
              <a:rPr sz="1800" dirty="0"/>
              <a:t>Restrict titles to no more than 60 characters.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8166521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Page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66800"/>
            <a:ext cx="9144000" cy="5424488"/>
          </a:xfrm>
        </p:spPr>
        <p:txBody>
          <a:bodyPr/>
          <a:lstStyle/>
          <a:p>
            <a:r>
              <a:rPr dirty="0"/>
              <a:t>Provide a page title</a:t>
            </a:r>
          </a:p>
          <a:p>
            <a:pPr lvl="1"/>
            <a:r>
              <a:rPr dirty="0"/>
              <a:t>That possesses meaningful keywords</a:t>
            </a:r>
          </a:p>
          <a:p>
            <a:pPr lvl="1"/>
            <a:r>
              <a:rPr dirty="0"/>
              <a:t>Whose first word is its most important descriptor</a:t>
            </a:r>
          </a:p>
          <a:p>
            <a:pPr lvl="1"/>
            <a:r>
              <a:rPr dirty="0"/>
              <a:t>That makes sense when viewed completely out of context</a:t>
            </a:r>
          </a:p>
          <a:p>
            <a:pPr lvl="1"/>
            <a:r>
              <a:rPr dirty="0"/>
              <a:t>That is different from other page titles</a:t>
            </a:r>
          </a:p>
          <a:p>
            <a:pPr lvl="1"/>
            <a:r>
              <a:rPr dirty="0"/>
              <a:t>That is written in mixed case using the headline style</a:t>
            </a:r>
          </a:p>
          <a:p>
            <a:r>
              <a:rPr dirty="0"/>
              <a:t>Do not highlight keywords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1062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Headings and Headlines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144000" cy="5397749"/>
          </a:xfrm>
        </p:spPr>
        <p:txBody>
          <a:bodyPr/>
          <a:lstStyle/>
          <a:p>
            <a:r>
              <a:rPr dirty="0"/>
              <a:t>Create meaningful headings and headlines that quickly communicate the content of what follows</a:t>
            </a:r>
          </a:p>
          <a:p>
            <a:pPr lvl="1"/>
            <a:r>
              <a:rPr dirty="0"/>
              <a:t>Make the first word an important information-carrying one</a:t>
            </a:r>
          </a:p>
          <a:p>
            <a:pPr lvl="1"/>
            <a:r>
              <a:rPr dirty="0"/>
              <a:t>Skip leading articles (the and a)</a:t>
            </a:r>
          </a:p>
          <a:p>
            <a:r>
              <a:rPr dirty="0"/>
              <a:t>Create meaningful subheadings to break up large blocks of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1515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296400" cy="5283449"/>
          </a:xfrm>
        </p:spPr>
        <p:txBody>
          <a:bodyPr/>
          <a:lstStyle/>
          <a:p>
            <a:pPr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Do not use phrasing that indicates a certain page order or flow</a:t>
            </a:r>
          </a:p>
          <a:p>
            <a:pPr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Explain where </a:t>
            </a:r>
            <a:r>
              <a:rPr lang="ja-JP" altLang="en-GB" sz="2000" dirty="0">
                <a:latin typeface="Arial"/>
              </a:rPr>
              <a:t>“</a:t>
            </a:r>
            <a:r>
              <a:rPr lang="en-GB" sz="2000" dirty="0"/>
              <a:t>Up</a:t>
            </a:r>
            <a:r>
              <a:rPr lang="ja-JP" altLang="en-GB" sz="2000" dirty="0">
                <a:latin typeface="Arial"/>
              </a:rPr>
              <a:t>”</a:t>
            </a:r>
            <a:r>
              <a:rPr lang="en-GB" sz="2000" dirty="0"/>
              <a:t> leads too</a:t>
            </a:r>
          </a:p>
          <a:p>
            <a:pPr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Phrase in a browser-independent manner</a:t>
            </a:r>
          </a:p>
          <a:p>
            <a:pPr>
              <a:spcBef>
                <a:spcPts val="5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2000" dirty="0"/>
              <a:t>Minimize </a:t>
            </a:r>
            <a:r>
              <a:rPr lang="ja-JP" altLang="en-GB" sz="2000" dirty="0">
                <a:latin typeface="Arial"/>
              </a:rPr>
              <a:t>“</a:t>
            </a:r>
            <a:r>
              <a:rPr lang="en-GB" sz="2000" dirty="0"/>
              <a:t>Click here</a:t>
            </a:r>
            <a:r>
              <a:rPr lang="ja-JP" altLang="en-GB" sz="2000" dirty="0">
                <a:latin typeface="Arial"/>
              </a:rPr>
              <a:t>”</a:t>
            </a:r>
            <a:r>
              <a:rPr lang="en-GB" sz="2000" dirty="0"/>
              <a:t> instructions</a:t>
            </a:r>
            <a:endParaRPr lang="en-GB" dirty="0"/>
          </a:p>
          <a:p>
            <a:pPr lvl="1">
              <a:spcBef>
                <a:spcPts val="30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sz="1800" dirty="0"/>
              <a:t>Say </a:t>
            </a:r>
            <a:r>
              <a:rPr lang="ja-JP" altLang="en-GB" sz="1800" dirty="0">
                <a:latin typeface="Arial"/>
              </a:rPr>
              <a:t>“</a:t>
            </a:r>
            <a:r>
              <a:rPr lang="en-GB" sz="1800" dirty="0"/>
              <a:t>Select this link</a:t>
            </a:r>
            <a:r>
              <a:rPr lang="ja-JP" altLang="en-GB" sz="1800" dirty="0">
                <a:latin typeface="Arial"/>
              </a:rPr>
              <a:t>”</a:t>
            </a:r>
            <a:r>
              <a:rPr lang="en-GB" sz="1800" dirty="0"/>
              <a:t>	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33561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Messages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4294967295"/>
          </p:nvPr>
        </p:nvSpPr>
        <p:spPr>
          <a:xfrm>
            <a:off x="0" y="1143000"/>
            <a:ext cx="9144000" cy="4892675"/>
          </a:xfrm>
        </p:spPr>
        <p:txBody>
          <a:bodyPr/>
          <a:lstStyle/>
          <a:p>
            <a:r>
              <a:rPr sz="2000" dirty="0"/>
              <a:t>Provide helpful and precise error messages for</a:t>
            </a:r>
          </a:p>
          <a:p>
            <a:pPr lvl="1"/>
            <a:r>
              <a:rPr sz="1800" dirty="0"/>
              <a:t>Incomplete or incorrectly keyed, entered, or selected data</a:t>
            </a:r>
          </a:p>
          <a:p>
            <a:pPr lvl="1"/>
            <a:r>
              <a:rPr sz="1800" dirty="0"/>
              <a:t>Requests for documents that do not exist or cannot be found</a:t>
            </a:r>
          </a:p>
          <a:p>
            <a:r>
              <a:rPr sz="2000" dirty="0"/>
              <a:t>Redisplay a message on the page to which it relates</a:t>
            </a:r>
          </a:p>
          <a:p>
            <a:r>
              <a:rPr sz="2000" dirty="0"/>
              <a:t>Present them in a visually distinctive and noticeable manner</a:t>
            </a:r>
            <a:endParaRPr lang="en-US" sz="2000" dirty="0"/>
          </a:p>
        </p:txBody>
      </p:sp>
      <p:pic>
        <p:nvPicPr>
          <p:cNvPr id="4" name="Picture 3" descr="Screen Shot 2017-09-24 at 11.48.27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287" y="3816727"/>
            <a:ext cx="4041569" cy="1866189"/>
          </a:xfrm>
          <a:prstGeom prst="rect">
            <a:avLst/>
          </a:prstGeom>
        </p:spPr>
      </p:pic>
      <p:pic>
        <p:nvPicPr>
          <p:cNvPr id="8" name="Picture 7" descr="Screen Shot 2017-09-24 at 11.58.37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3861165"/>
            <a:ext cx="4657887" cy="182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638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2FA0C2-9D85-4945-9533-83BF2665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4384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penulisan</a:t>
            </a:r>
            <a:r>
              <a:rPr lang="en-US" dirty="0"/>
              <a:t> </a:t>
            </a:r>
            <a:r>
              <a:rPr lang="en-US" dirty="0" err="1"/>
              <a:t>teks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0297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181096-E2EC-4ADF-9AC3-ACDF7F710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/>
            <a:r>
              <a:rPr lang="en-US" sz="2800" dirty="0">
                <a:solidFill>
                  <a:schemeClr val="tx1"/>
                </a:solidFill>
              </a:rPr>
              <a:t>Instructional Messages</a:t>
            </a:r>
          </a:p>
        </p:txBody>
      </p:sp>
      <p:pic>
        <p:nvPicPr>
          <p:cNvPr id="6" name="Picture 5" descr="Screen Shot 2017-09-24 at 11.38.22 AM.png">
            <a:extLst>
              <a:ext uri="{FF2B5EF4-FFF2-40B4-BE49-F238E27FC236}">
                <a16:creationId xmlns:a16="http://schemas.microsoft.com/office/drawing/2014/main" id="{03DFF672-0801-4544-9919-9015BCBF3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295400"/>
            <a:ext cx="5428578" cy="342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4638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6"/>
          <p:cNvSpPr txBox="1">
            <a:spLocks/>
          </p:cNvSpPr>
          <p:nvPr/>
        </p:nvSpPr>
        <p:spPr bwMode="auto">
          <a:xfrm>
            <a:off x="4800600" y="1219200"/>
            <a:ext cx="3749040" cy="4711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6075" indent="-346075" algn="l" defTabSz="457200" rtl="0" eaLnBrk="1" fontAlgn="base" hangingPunct="1">
              <a:spcBef>
                <a:spcPts val="1800"/>
              </a:spcBef>
              <a:spcAft>
                <a:spcPct val="0"/>
              </a:spcAft>
              <a:buSzPct val="135000"/>
              <a:buBlip>
                <a:blip r:embed="rId3"/>
              </a:buBlip>
              <a:defRPr sz="2400" kern="12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593725" indent="-182563" algn="l" defTabSz="457200" rtl="0" eaLnBrk="1" fontAlgn="base" hangingPunct="1">
              <a:spcBef>
                <a:spcPts val="800"/>
              </a:spcBef>
              <a:spcAft>
                <a:spcPct val="0"/>
              </a:spcAft>
              <a:buClr>
                <a:srgbClr val="595959"/>
              </a:buClr>
              <a:buFont typeface="Lucida Grande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2pPr>
            <a:lvl3pPr marL="822325" indent="-182563" algn="l" defTabSz="457200" rtl="0" eaLnBrk="1" fontAlgn="base" hangingPunct="1">
              <a:spcBef>
                <a:spcPts val="700"/>
              </a:spcBef>
              <a:spcAft>
                <a:spcPct val="0"/>
              </a:spcAft>
              <a:buClr>
                <a:srgbClr val="595959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3pPr>
            <a:lvl4pPr marL="1050925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595959"/>
              </a:buClr>
              <a:buFont typeface="Arial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4pPr>
            <a:lvl5pPr marL="1233488" indent="-182563" algn="l" defTabSz="457200" rtl="0" eaLnBrk="1" fontAlgn="base" hangingPunct="1">
              <a:spcBef>
                <a:spcPts val="600"/>
              </a:spcBef>
              <a:spcAft>
                <a:spcPct val="0"/>
              </a:spcAft>
              <a:buClr>
                <a:srgbClr val="7F7F7F"/>
              </a:buClr>
              <a:buFont typeface="Wingdings" charset="0"/>
              <a:buChar char="§"/>
              <a:defRPr sz="1600" kern="12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Informational</a:t>
            </a:r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Question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l"/>
            <a:r>
              <a:rPr lang="en-US" sz="2800" dirty="0">
                <a:solidFill>
                  <a:schemeClr val="tx1"/>
                </a:solidFill>
              </a:rPr>
              <a:t>System Messages Example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4294967295"/>
          </p:nvPr>
        </p:nvSpPr>
        <p:spPr>
          <a:xfrm>
            <a:off x="0" y="1165506"/>
            <a:ext cx="3749675" cy="4765394"/>
          </a:xfrm>
        </p:spPr>
        <p:txBody>
          <a:bodyPr/>
          <a:lstStyle/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Status</a:t>
            </a:r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0" lvl="2" indent="0">
              <a:lnSpc>
                <a:spcPct val="90000"/>
              </a:lnSpc>
              <a:spcBef>
                <a:spcPts val="35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0" lvl="2" indent="0">
              <a:lnSpc>
                <a:spcPct val="90000"/>
              </a:lnSpc>
              <a:spcBef>
                <a:spcPts val="350"/>
              </a:spcBef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Warning</a:t>
            </a:r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endParaRPr lang="en-GB" b="1" dirty="0"/>
          </a:p>
          <a:p>
            <a:pPr marL="273050" lvl="2" indent="-273050">
              <a:lnSpc>
                <a:spcPct val="90000"/>
              </a:lnSpc>
              <a:spcBef>
                <a:spcPts val="350"/>
              </a:spcBef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</a:pPr>
            <a:r>
              <a:rPr lang="en-GB" b="1" dirty="0"/>
              <a:t>Critical</a:t>
            </a:r>
            <a:endParaRPr lang="en-GB" dirty="0"/>
          </a:p>
        </p:txBody>
      </p:sp>
      <p:pic>
        <p:nvPicPr>
          <p:cNvPr id="6" name="Picture 5" descr="Screen Shot 2017-09-24 at 3.03.14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020" y="3574845"/>
            <a:ext cx="3124200" cy="2087880"/>
          </a:xfrm>
          <a:prstGeom prst="rect">
            <a:avLst/>
          </a:prstGeom>
        </p:spPr>
      </p:pic>
      <p:pic>
        <p:nvPicPr>
          <p:cNvPr id="10" name="Picture 9" descr="Screen Shot 2017-09-24 at 3.07.15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897" y="5104591"/>
            <a:ext cx="3511569" cy="1051325"/>
          </a:xfrm>
          <a:prstGeom prst="rect">
            <a:avLst/>
          </a:prstGeom>
        </p:spPr>
      </p:pic>
      <p:pic>
        <p:nvPicPr>
          <p:cNvPr id="11" name="Picture 10" descr="Screen Shot 2017-09-24 at 3.10.05 PM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66" y="3527745"/>
            <a:ext cx="3506553" cy="1175808"/>
          </a:xfrm>
          <a:prstGeom prst="rect">
            <a:avLst/>
          </a:prstGeom>
        </p:spPr>
      </p:pic>
      <p:pic>
        <p:nvPicPr>
          <p:cNvPr id="13" name="Picture 12" descr="Screen Shot 2017-09-24 at 3.12.55 PM.png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056"/>
          <a:stretch/>
        </p:blipFill>
        <p:spPr>
          <a:xfrm>
            <a:off x="373731" y="1524000"/>
            <a:ext cx="2460314" cy="1218352"/>
          </a:xfrm>
          <a:prstGeom prst="rect">
            <a:avLst/>
          </a:prstGeom>
        </p:spPr>
      </p:pic>
      <p:pic>
        <p:nvPicPr>
          <p:cNvPr id="15" name="Picture 14" descr="Screen Shot 2017-09-24 at 3.17.51 PM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9194" y="1428175"/>
            <a:ext cx="2223096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73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F1C32A6-793D-431C-8917-3BE74A86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Messages</a:t>
            </a:r>
          </a:p>
        </p:txBody>
      </p:sp>
      <p:pic>
        <p:nvPicPr>
          <p:cNvPr id="7" name="Picture 6" descr="Screen Shot 2017-09-24 at 11.48.27 AM.png">
            <a:extLst>
              <a:ext uri="{FF2B5EF4-FFF2-40B4-BE49-F238E27FC236}">
                <a16:creationId xmlns:a16="http://schemas.microsoft.com/office/drawing/2014/main" id="{891438F2-471A-4F4F-A3E3-738190500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32" y="2286000"/>
            <a:ext cx="4041569" cy="1866189"/>
          </a:xfrm>
          <a:prstGeom prst="rect">
            <a:avLst/>
          </a:prstGeom>
        </p:spPr>
      </p:pic>
      <p:pic>
        <p:nvPicPr>
          <p:cNvPr id="8" name="Picture 7" descr="Screen Shot 2017-09-24 at 11.58.37 AM.png">
            <a:extLst>
              <a:ext uri="{FF2B5EF4-FFF2-40B4-BE49-F238E27FC236}">
                <a16:creationId xmlns:a16="http://schemas.microsoft.com/office/drawing/2014/main" id="{F82DE4F1-1F39-4C28-93E8-162305341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" y="2286000"/>
            <a:ext cx="4657887" cy="1821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3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Activities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ID" dirty="0"/>
              <a:t>Any text/messages/instructional/title/ etc… on your Project?</a:t>
            </a:r>
          </a:p>
          <a:p>
            <a:r>
              <a:rPr lang="en-ID" dirty="0"/>
              <a:t>Review and revised your project based on the “Step 8” guideline!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13943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532908" y="3505200"/>
            <a:ext cx="4910919" cy="187743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/>
              <a:t>THE USER INTERFACE  (UI)</a:t>
            </a:r>
            <a:br>
              <a:rPr lang="en-US" sz="2400" b="1" dirty="0"/>
            </a:br>
            <a:r>
              <a:rPr lang="en-US" sz="2400" b="1" dirty="0"/>
              <a:t>DESIGN PROCESS</a:t>
            </a:r>
          </a:p>
          <a:p>
            <a:pPr algn="just"/>
            <a:endParaRPr lang="en-US" sz="2000" b="1" dirty="0"/>
          </a:p>
          <a:p>
            <a:r>
              <a:rPr lang="en-US" sz="1600" b="1" dirty="0"/>
              <a:t>Step - 9</a:t>
            </a:r>
            <a:br>
              <a:rPr lang="en-US" sz="1600" b="1" dirty="0"/>
            </a:br>
            <a:r>
              <a:rPr lang="en-US" sz="1600" b="1" dirty="0"/>
              <a:t>Provide Effective Feedback</a:t>
            </a:r>
            <a:br>
              <a:rPr lang="en-US" sz="1600" b="1" dirty="0"/>
            </a:br>
            <a:r>
              <a:rPr lang="en-US" sz="1600" b="1" dirty="0"/>
              <a:t>and Guidance and Assistance</a:t>
            </a:r>
          </a:p>
        </p:txBody>
      </p:sp>
    </p:spTree>
    <p:extLst>
      <p:ext uri="{BB962C8B-B14F-4D97-AF65-F5344CB8AC3E}">
        <p14:creationId xmlns:p14="http://schemas.microsoft.com/office/powerpoint/2010/main" val="4800499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9144000" cy="4025900"/>
          </a:xfrm>
        </p:spPr>
        <p:txBody>
          <a:bodyPr/>
          <a:lstStyle/>
          <a:p>
            <a:pPr marL="0" indent="0">
              <a:buNone/>
            </a:pPr>
            <a:r>
              <a:rPr lang="en-US" noProof="1"/>
              <a:t>Setelah mengikuti materi ini mahasiswa dapat:</a:t>
            </a:r>
          </a:p>
          <a:p>
            <a:r>
              <a:rPr lang="en-US" dirty="0" err="1"/>
              <a:t>Mampu</a:t>
            </a:r>
            <a:r>
              <a:rPr lang="en-US" dirty="0"/>
              <a:t> </a:t>
            </a:r>
            <a:r>
              <a:rPr lang="en-US" dirty="0" err="1"/>
              <a:t>merancang</a:t>
            </a:r>
            <a:r>
              <a:rPr lang="en-US" dirty="0"/>
              <a:t> </a:t>
            </a:r>
            <a:r>
              <a:rPr lang="en-US" i="1" dirty="0"/>
              <a:t>feedback, guidance</a:t>
            </a:r>
            <a:r>
              <a:rPr lang="en-US" dirty="0"/>
              <a:t>, dan </a:t>
            </a:r>
            <a:r>
              <a:rPr lang="en-US" i="1" dirty="0"/>
              <a:t>assistance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efektif</a:t>
            </a:r>
            <a:r>
              <a:rPr lang="en-US" dirty="0"/>
              <a:t> .</a:t>
            </a:r>
            <a:endParaRPr lang="en-US" b="1" noProof="1"/>
          </a:p>
          <a:p>
            <a:pPr marL="0" indent="0">
              <a:buNone/>
            </a:pPr>
            <a:endParaRPr lang="en-US" b="1" noProof="1"/>
          </a:p>
        </p:txBody>
      </p:sp>
    </p:spTree>
    <p:extLst>
      <p:ext uri="{BB962C8B-B14F-4D97-AF65-F5344CB8AC3E}">
        <p14:creationId xmlns:p14="http://schemas.microsoft.com/office/powerpoint/2010/main" val="16853457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 fontScale="90000"/>
          </a:bodyPr>
          <a:lstStyle/>
          <a:p>
            <a:r>
              <a:rPr lang="en-US" dirty="0"/>
              <a:t>Provide Effective Feedback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19200"/>
            <a:ext cx="9220200" cy="5167313"/>
          </a:xfrm>
        </p:spPr>
        <p:txBody>
          <a:bodyPr/>
          <a:lstStyle/>
          <a:p>
            <a:r>
              <a:rPr lang="en-US" dirty="0"/>
              <a:t>feedback topics are discussed :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447800" y="2471647"/>
          <a:ext cx="5867400" cy="33346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961175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Response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8213725" cy="5050086"/>
          </a:xfrm>
        </p:spPr>
        <p:txBody>
          <a:bodyPr/>
          <a:lstStyle/>
          <a:p>
            <a:r>
              <a:rPr lang="en-US" dirty="0"/>
              <a:t>The Fact Findings :</a:t>
            </a:r>
          </a:p>
          <a:p>
            <a:endParaRPr lang="en-US" dirty="0"/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1395964366"/>
              </p:ext>
            </p:extLst>
          </p:nvPr>
        </p:nvGraphicFramePr>
        <p:xfrm>
          <a:off x="609600" y="2286000"/>
          <a:ext cx="77724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114106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Page Download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62138"/>
            <a:ext cx="8686800" cy="4589462"/>
          </a:xfrm>
        </p:spPr>
        <p:txBody>
          <a:bodyPr>
            <a:noAutofit/>
          </a:bodyPr>
          <a:lstStyle/>
          <a:p>
            <a:r>
              <a:rPr lang="en-US" sz="1800" dirty="0"/>
              <a:t>Test participants rated the response times with the following results:</a:t>
            </a:r>
          </a:p>
          <a:p>
            <a:pPr lvl="1"/>
            <a:r>
              <a:rPr lang="en-US" sz="1600" dirty="0"/>
              <a:t>High (Good): Up to 5 seconds</a:t>
            </a:r>
          </a:p>
          <a:p>
            <a:pPr lvl="1"/>
            <a:r>
              <a:rPr lang="en-US" sz="1600" dirty="0"/>
              <a:t>Average: From 6 to 10 seconds</a:t>
            </a:r>
          </a:p>
          <a:p>
            <a:pPr lvl="1"/>
            <a:r>
              <a:rPr lang="en-US" sz="1600" dirty="0"/>
              <a:t>Low (Poor): Over 10 seconds</a:t>
            </a:r>
          </a:p>
          <a:p>
            <a:pPr>
              <a:buNone/>
            </a:pPr>
            <a:r>
              <a:rPr lang="en-US" sz="2000" dirty="0"/>
              <a:t>Other studies have found the following:</a:t>
            </a:r>
          </a:p>
          <a:p>
            <a:r>
              <a:rPr lang="en-US" sz="1800" dirty="0"/>
              <a:t>Longer delay times are tolerated by : </a:t>
            </a:r>
          </a:p>
          <a:p>
            <a:pPr lvl="1"/>
            <a:r>
              <a:rPr lang="en-US" sz="1600" dirty="0"/>
              <a:t>Novice users, Older users, People not experienced with high bandwidth connections, New visitors to a site, people performing important tasks, People performing successful tasks, Better content</a:t>
            </a:r>
          </a:p>
          <a:p>
            <a:r>
              <a:rPr lang="en-US" sz="1800" dirty="0"/>
              <a:t>Exceedingly slow sites can lead people to believe that they made an error </a:t>
            </a:r>
          </a:p>
        </p:txBody>
      </p:sp>
    </p:spTree>
    <p:extLst>
      <p:ext uri="{BB962C8B-B14F-4D97-AF65-F5344CB8AC3E}">
        <p14:creationId xmlns:p14="http://schemas.microsoft.com/office/powerpoint/2010/main" val="21696209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Fun Fact</a:t>
            </a:r>
          </a:p>
        </p:txBody>
      </p:sp>
      <p:pic>
        <p:nvPicPr>
          <p:cNvPr id="3074" name="Picture 2" descr="chart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68601" y="1447800"/>
            <a:ext cx="4410075" cy="48427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982038" y="5994484"/>
            <a:ext cx="183736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1050" dirty="0"/>
              <a:t>http://brandperfect.org/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6200" y="2362200"/>
            <a:ext cx="4680000" cy="129540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4346926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0035" y="4572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id-ID" dirty="0"/>
              <a:t>Tools for </a:t>
            </a:r>
            <a:br>
              <a:rPr lang="id-ID" dirty="0"/>
            </a:br>
            <a:r>
              <a:rPr lang="id-ID" dirty="0"/>
              <a:t>Measurement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191000" y="1409700"/>
            <a:ext cx="4690291" cy="342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81000" y="3124200"/>
            <a:ext cx="3914931" cy="30208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6192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Web Page Download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71600"/>
            <a:ext cx="9144000" cy="5064125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dirty="0"/>
              <a:t>Guideline:</a:t>
            </a:r>
          </a:p>
          <a:p>
            <a:r>
              <a:rPr lang="en-US" dirty="0"/>
              <a:t>Maximum downloading time should be about 10 seconds.</a:t>
            </a:r>
          </a:p>
          <a:p>
            <a:pPr lvl="1"/>
            <a:r>
              <a:rPr lang="en-US" dirty="0"/>
              <a:t>Use incremental or progressive image presentation. </a:t>
            </a:r>
          </a:p>
          <a:p>
            <a:r>
              <a:rPr lang="en-US" dirty="0"/>
              <a:t>Images should be</a:t>
            </a:r>
          </a:p>
          <a:p>
            <a:pPr lvl="1"/>
            <a:r>
              <a:rPr lang="en-US" dirty="0"/>
              <a:t>Small</a:t>
            </a:r>
          </a:p>
          <a:p>
            <a:pPr lvl="1"/>
            <a:r>
              <a:rPr lang="en-US" dirty="0"/>
              <a:t>Lean (Low bit depth, resolution, use of fewer colors, and so forth).</a:t>
            </a:r>
          </a:p>
          <a:p>
            <a:pPr lvl="1"/>
            <a:r>
              <a:rPr lang="en-US" dirty="0"/>
              <a:t>Reusable.</a:t>
            </a:r>
          </a:p>
          <a:p>
            <a:pPr lvl="1"/>
            <a:r>
              <a:rPr lang="en-US" dirty="0"/>
              <a:t>Contain pixel height and width dimensions in a tag.</a:t>
            </a:r>
          </a:p>
          <a:p>
            <a:r>
              <a:rPr lang="en-US" dirty="0"/>
              <a:t>Use thumbnail images to preview larger images.</a:t>
            </a:r>
          </a:p>
          <a:p>
            <a:r>
              <a:rPr lang="en-US" dirty="0"/>
              <a:t>Use simple background images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94715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Dealing with Time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0" y="1879600"/>
            <a:ext cx="8534400" cy="4572000"/>
          </a:xfrm>
        </p:spPr>
        <p:txBody>
          <a:bodyPr>
            <a:noAutofit/>
          </a:bodyPr>
          <a:lstStyle/>
          <a:p>
            <a:r>
              <a:rPr lang="en-US" sz="1800" dirty="0"/>
              <a:t>Button click acknowledgement:</a:t>
            </a:r>
          </a:p>
          <a:p>
            <a:pPr lvl="1"/>
            <a:r>
              <a:rPr lang="en-US" sz="1600" dirty="0"/>
              <a:t>Acknowledge all button clicks by visual or aural feedback within one-tenth of a second.</a:t>
            </a:r>
          </a:p>
          <a:p>
            <a:r>
              <a:rPr lang="en-US" sz="1800" dirty="0"/>
              <a:t>Waits of up to 10 seconds:</a:t>
            </a:r>
          </a:p>
          <a:p>
            <a:pPr lvl="1"/>
            <a:r>
              <a:rPr lang="en-US" sz="1600" dirty="0"/>
              <a:t>If an operation takes 10 seconds or less to complete, present a “busy” signal until the operation is complete.</a:t>
            </a:r>
          </a:p>
          <a:p>
            <a:r>
              <a:rPr lang="en-US" sz="1800" dirty="0"/>
              <a:t>Display, for example, an animated hourglass pointer.</a:t>
            </a:r>
          </a:p>
          <a:p>
            <a:r>
              <a:rPr lang="en-US" sz="1800" dirty="0"/>
              <a:t>Waits of 10 seconds to 1 minute:</a:t>
            </a:r>
          </a:p>
          <a:p>
            <a:pPr lvl="1"/>
            <a:r>
              <a:rPr lang="en-US" sz="1600" dirty="0"/>
              <a:t>If an operation takes longer than 10 seconds to complete, display</a:t>
            </a:r>
          </a:p>
          <a:p>
            <a:pPr lvl="1"/>
            <a:r>
              <a:rPr lang="en-US" sz="1600" dirty="0"/>
              <a:t>A rolling barber’s pole or other large animated object.</a:t>
            </a:r>
          </a:p>
          <a:p>
            <a:pPr lvl="1"/>
            <a:r>
              <a:rPr lang="en-US" sz="1600" dirty="0"/>
              <a:t>Additionally, a progress indicator, percent complete message, or elapsed time message.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71638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Dealing with Time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143001"/>
            <a:ext cx="9144000" cy="51816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Waits over 1 minute:</a:t>
            </a:r>
          </a:p>
          <a:p>
            <a:pPr lvl="1"/>
            <a:r>
              <a:rPr lang="en-US" dirty="0"/>
              <a:t>Present an estimate of the length of the wait.</a:t>
            </a:r>
          </a:p>
          <a:p>
            <a:pPr lvl="1"/>
            <a:r>
              <a:rPr lang="en-US" dirty="0"/>
              <a:t>Display a progress indicator, percent complete message, or elapsed time message.</a:t>
            </a:r>
          </a:p>
          <a:p>
            <a:r>
              <a:rPr lang="en-US" dirty="0"/>
              <a:t>Long, invisible operations:</a:t>
            </a:r>
          </a:p>
          <a:p>
            <a:pPr lvl="1"/>
            <a:r>
              <a:rPr lang="en-US" dirty="0"/>
              <a:t>When an operation not visible to the user is completed, present an acknowledgement that it is completed.</a:t>
            </a:r>
          </a:p>
          <a:p>
            <a:pPr lvl="2"/>
            <a:r>
              <a:rPr lang="en-US" dirty="0"/>
              <a:t> A message Or An auditory tone.</a:t>
            </a:r>
          </a:p>
          <a:p>
            <a:r>
              <a:rPr lang="en-US" dirty="0"/>
              <a:t>Progress indicator:</a:t>
            </a:r>
          </a:p>
          <a:p>
            <a:pPr lvl="1"/>
            <a:r>
              <a:rPr lang="en-US" dirty="0"/>
              <a:t>Along rectangular bar that is initially empty but filled as the operation proceeds.</a:t>
            </a:r>
          </a:p>
          <a:p>
            <a:pPr lvl="2"/>
            <a:r>
              <a:rPr lang="en-US" dirty="0"/>
              <a:t>Dynamically fill the bar.</a:t>
            </a:r>
          </a:p>
          <a:p>
            <a:pPr lvl="2"/>
            <a:r>
              <a:rPr lang="en-US" dirty="0"/>
              <a:t>Fill it with a color or shade of gray.</a:t>
            </a:r>
          </a:p>
          <a:p>
            <a:pPr lvl="2"/>
            <a:r>
              <a:rPr lang="en-US" dirty="0"/>
              <a:t>Fill it from left to right or bottom to top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84056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Time Delays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066800"/>
            <a:ext cx="9067800" cy="5110163"/>
          </a:xfrm>
        </p:spPr>
        <p:txBody>
          <a:bodyPr>
            <a:normAutofit fontScale="77500" lnSpcReduction="2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sz="3800" dirty="0"/>
              <a:t>Percent complete message: </a:t>
            </a:r>
            <a:r>
              <a:rPr lang="en-US" sz="2900" dirty="0"/>
              <a:t>Useful if a progress indicator takes too long to update</a:t>
            </a:r>
            <a:endParaRPr lang="en-US" sz="3800" dirty="0"/>
          </a:p>
          <a:p>
            <a:r>
              <a:rPr lang="en-US" sz="3800" dirty="0"/>
              <a:t>Elapsed time message: </a:t>
            </a:r>
            <a:r>
              <a:rPr lang="en-US" sz="2900" dirty="0"/>
              <a:t>A message that shows the amount of elapsed time </a:t>
            </a:r>
            <a:endParaRPr lang="en-US" sz="3800" dirty="0"/>
          </a:p>
          <a:p>
            <a:r>
              <a:rPr lang="en-US" sz="3800" dirty="0"/>
              <a:t>Web page downloads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14600" y="1066800"/>
            <a:ext cx="3962400" cy="2113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6783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Blinking for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19200"/>
            <a:ext cx="9144000" cy="5057775"/>
          </a:xfrm>
        </p:spPr>
        <p:txBody>
          <a:bodyPr/>
          <a:lstStyle/>
          <a:p>
            <a:r>
              <a:rPr lang="en-US" dirty="0"/>
              <a:t>Attract attention by flashing an indicator when an application is inactive but must display a message to the user.</a:t>
            </a:r>
          </a:p>
          <a:p>
            <a:r>
              <a:rPr lang="en-US" dirty="0"/>
              <a:t>To provide an additional message indication, also provide an auditory signal (one or two beeps).</a:t>
            </a:r>
          </a:p>
          <a:p>
            <a:r>
              <a:rPr lang="en-US" dirty="0"/>
              <a:t>Display the message</a:t>
            </a:r>
          </a:p>
        </p:txBody>
      </p:sp>
      <p:pic>
        <p:nvPicPr>
          <p:cNvPr id="5" name="Picture 4" descr="Butterfly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997564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354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Use of Sound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8991600" cy="5375524"/>
          </a:xfrm>
        </p:spPr>
        <p:txBody>
          <a:bodyPr/>
          <a:lstStyle/>
          <a:p>
            <a:r>
              <a:rPr lang="en-US" sz="1800" dirty="0"/>
              <a:t>Always use in conjunction with a visual indication.</a:t>
            </a:r>
          </a:p>
          <a:p>
            <a:r>
              <a:rPr lang="en-US" sz="1800" dirty="0"/>
              <a:t>Use no more than six different tones.</a:t>
            </a:r>
          </a:p>
          <a:p>
            <a:r>
              <a:rPr lang="en-US" sz="1800" dirty="0"/>
              <a:t>Do not use : Jingles or tunes or Loud signals.</a:t>
            </a:r>
          </a:p>
          <a:p>
            <a:r>
              <a:rPr lang="en-US" sz="1800" dirty="0"/>
              <a:t>Use tones consistently.</a:t>
            </a:r>
          </a:p>
          <a:p>
            <a:r>
              <a:rPr lang="en-US" sz="1800" dirty="0"/>
              <a:t>Provide signal frequencies between 500 and 1,000 Hz.</a:t>
            </a:r>
          </a:p>
          <a:p>
            <a:r>
              <a:rPr lang="en-US" sz="1800" dirty="0"/>
              <a:t>Allow the user to adjust the volume or turn the sound off altogether.</a:t>
            </a:r>
          </a:p>
          <a:p>
            <a:r>
              <a:rPr lang="en-US" sz="1800" dirty="0"/>
              <a:t>Test the sounds with users over extended trial periods.</a:t>
            </a:r>
          </a:p>
          <a:p>
            <a:r>
              <a:rPr lang="en-US" sz="1800" dirty="0"/>
              <a:t>Use sounds sparingly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43600" y="1219200"/>
            <a:ext cx="2743200" cy="12653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78084184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2FA0C2-9D85-4945-9533-83BF2665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4384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feedback</a:t>
            </a:r>
          </a:p>
        </p:txBody>
      </p:sp>
    </p:spTree>
    <p:extLst>
      <p:ext uri="{BB962C8B-B14F-4D97-AF65-F5344CB8AC3E}">
        <p14:creationId xmlns:p14="http://schemas.microsoft.com/office/powerpoint/2010/main" val="35136773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2963" y="1392238"/>
            <a:ext cx="7456487" cy="493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762000" y="6019800"/>
            <a:ext cx="3276600" cy="38100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1" name="Rectangle 10"/>
          <p:cNvSpPr/>
          <p:nvPr/>
        </p:nvSpPr>
        <p:spPr>
          <a:xfrm>
            <a:off x="5894882" y="4114800"/>
            <a:ext cx="2258518" cy="121920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ectangle 11"/>
          <p:cNvSpPr/>
          <p:nvPr/>
        </p:nvSpPr>
        <p:spPr>
          <a:xfrm>
            <a:off x="6096000" y="2895600"/>
            <a:ext cx="1828800" cy="533400"/>
          </a:xfrm>
          <a:prstGeom prst="rect">
            <a:avLst/>
          </a:prstGeom>
          <a:noFill/>
          <a:ln w="762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40097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2FA0C2-9D85-4945-9533-83BF2665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13360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Guidance and Assistance</a:t>
            </a:r>
          </a:p>
        </p:txBody>
      </p:sp>
    </p:spTree>
    <p:extLst>
      <p:ext uri="{BB962C8B-B14F-4D97-AF65-F5344CB8AC3E}">
        <p14:creationId xmlns:p14="http://schemas.microsoft.com/office/powerpoint/2010/main" val="385800329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 dirty="0"/>
              <a:t>Guidance and Assistance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4011358110"/>
              </p:ext>
            </p:extLst>
          </p:nvPr>
        </p:nvGraphicFramePr>
        <p:xfrm>
          <a:off x="838200" y="2621280"/>
          <a:ext cx="7162800" cy="2895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2098060"/>
            <a:ext cx="31438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Preventing 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" y="5486400"/>
            <a:ext cx="91085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Everyone makes mistakes, so every mistake should be fixable</a:t>
            </a:r>
          </a:p>
        </p:txBody>
      </p:sp>
    </p:spTree>
    <p:extLst>
      <p:ext uri="{BB962C8B-B14F-4D97-AF65-F5344CB8AC3E}">
        <p14:creationId xmlns:p14="http://schemas.microsoft.com/office/powerpoint/2010/main" val="30555229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0C7D3-718D-B808-D9CD-499D26CC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54426" y="2120994"/>
            <a:ext cx="6416040" cy="243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257800" y="2970572"/>
            <a:ext cx="3472800" cy="3110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838200" y="4343400"/>
            <a:ext cx="1143000" cy="6463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Penyebab eror difokuskan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4343399"/>
            <a:ext cx="1325380" cy="101566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Koreksi dan rekomendasi terhadap salah ketik oleh pengguna</a:t>
            </a:r>
          </a:p>
        </p:txBody>
      </p:sp>
    </p:spTree>
    <p:extLst>
      <p:ext uri="{BB962C8B-B14F-4D97-AF65-F5344CB8AC3E}">
        <p14:creationId xmlns:p14="http://schemas.microsoft.com/office/powerpoint/2010/main" val="355851885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Management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321041176"/>
              </p:ext>
            </p:extLst>
          </p:nvPr>
        </p:nvGraphicFramePr>
        <p:xfrm>
          <a:off x="0" y="1781175"/>
          <a:ext cx="6502400" cy="434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749220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Providing Guidance and Assistance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Guidance</a:t>
            </a:r>
            <a:r>
              <a:rPr lang="en-US" dirty="0">
                <a:sym typeface="Wingdings" pitchFamily="2" charset="2"/>
              </a:rPr>
              <a:t> can describe  in</a:t>
            </a:r>
          </a:p>
          <a:p>
            <a:pPr lvl="1"/>
            <a:r>
              <a:rPr lang="en-US" dirty="0"/>
              <a:t>the form of the system’s hard copy, </a:t>
            </a:r>
          </a:p>
          <a:p>
            <a:pPr lvl="1"/>
            <a:r>
              <a:rPr lang="en-US" dirty="0"/>
              <a:t>online documentation, </a:t>
            </a:r>
          </a:p>
          <a:p>
            <a:pPr lvl="1"/>
            <a:r>
              <a:rPr lang="en-US" dirty="0"/>
              <a:t>computer-based training,</a:t>
            </a:r>
          </a:p>
          <a:p>
            <a:pPr lvl="1"/>
            <a:r>
              <a:rPr lang="en-US" dirty="0"/>
              <a:t>instructional or prompting messages, and </a:t>
            </a:r>
          </a:p>
          <a:p>
            <a:pPr lvl="1"/>
            <a:r>
              <a:rPr lang="en-US" dirty="0"/>
              <a:t>system messages, </a:t>
            </a:r>
          </a:p>
          <a:p>
            <a:r>
              <a:rPr lang="en-US" dirty="0"/>
              <a:t>Useful guidance and assistance answers the following questions:</a:t>
            </a:r>
          </a:p>
          <a:p>
            <a:pPr lvl="1"/>
            <a:r>
              <a:rPr lang="en-US" dirty="0"/>
              <a:t>What is this?</a:t>
            </a:r>
          </a:p>
          <a:p>
            <a:pPr lvl="1"/>
            <a:r>
              <a:rPr lang="en-US" dirty="0"/>
              <a:t>What does it do?</a:t>
            </a:r>
          </a:p>
          <a:p>
            <a:pPr lvl="1"/>
            <a:r>
              <a:rPr lang="en-US" dirty="0"/>
              <a:t>How do I make it do it?</a:t>
            </a:r>
          </a:p>
          <a:p>
            <a:pPr lvl="1"/>
            <a:r>
              <a:rPr lang="en-US" dirty="0"/>
              <a:t>What is its role in the overall scheme of things?</a:t>
            </a:r>
          </a:p>
        </p:txBody>
      </p:sp>
    </p:spTree>
    <p:extLst>
      <p:ext uri="{BB962C8B-B14F-4D97-AF65-F5344CB8AC3E}">
        <p14:creationId xmlns:p14="http://schemas.microsoft.com/office/powerpoint/2010/main" val="401458166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Problems with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r>
              <a:rPr lang="en-US" dirty="0"/>
              <a:t>factors contribute to bad design</a:t>
            </a:r>
          </a:p>
        </p:txBody>
      </p:sp>
      <p:sp>
        <p:nvSpPr>
          <p:cNvPr id="4" name="Hexagon 3"/>
          <p:cNvSpPr/>
          <p:nvPr/>
        </p:nvSpPr>
        <p:spPr>
          <a:xfrm>
            <a:off x="3352800" y="4038600"/>
            <a:ext cx="2057400" cy="1371600"/>
          </a:xfrm>
          <a:prstGeom prst="hexagon">
            <a:avLst/>
          </a:prstGeom>
          <a:solidFill>
            <a:srgbClr val="660033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itchFamily="18" charset="0"/>
              </a:rPr>
              <a:t>Resources</a:t>
            </a:r>
          </a:p>
        </p:txBody>
      </p:sp>
      <p:sp>
        <p:nvSpPr>
          <p:cNvPr id="5" name="Hexagon 4"/>
          <p:cNvSpPr/>
          <p:nvPr/>
        </p:nvSpPr>
        <p:spPr>
          <a:xfrm>
            <a:off x="5105400" y="3352800"/>
            <a:ext cx="2057400" cy="1371600"/>
          </a:xfrm>
          <a:prstGeom prst="hexagon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itchFamily="18" charset="0"/>
              </a:rPr>
              <a:t>Theoretical rationale.</a:t>
            </a:r>
          </a:p>
        </p:txBody>
      </p:sp>
      <p:sp>
        <p:nvSpPr>
          <p:cNvPr id="6" name="Hexagon 5"/>
          <p:cNvSpPr/>
          <p:nvPr/>
        </p:nvSpPr>
        <p:spPr>
          <a:xfrm>
            <a:off x="3352800" y="2590800"/>
            <a:ext cx="2057400" cy="1371600"/>
          </a:xfrm>
          <a:prstGeom prst="hexagon">
            <a:avLst/>
          </a:prstGeom>
          <a:solidFill>
            <a:srgbClr val="FF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itchFamily="18" charset="0"/>
              </a:rPr>
              <a:t>Time scale</a:t>
            </a:r>
          </a:p>
        </p:txBody>
      </p:sp>
      <p:sp>
        <p:nvSpPr>
          <p:cNvPr id="7" name="Hexagon 6"/>
          <p:cNvSpPr/>
          <p:nvPr/>
        </p:nvSpPr>
        <p:spPr>
          <a:xfrm>
            <a:off x="1600200" y="3352800"/>
            <a:ext cx="2057400" cy="1371600"/>
          </a:xfrm>
          <a:prstGeom prst="hexagon">
            <a:avLst/>
          </a:prstGeom>
          <a:solidFill>
            <a:srgbClr val="C092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Rockwell" pitchFamily="18" charset="0"/>
              </a:rPr>
              <a:t>Organizational factors</a:t>
            </a:r>
          </a:p>
        </p:txBody>
      </p:sp>
    </p:spTree>
    <p:extLst>
      <p:ext uri="{BB962C8B-B14F-4D97-AF65-F5344CB8AC3E}">
        <p14:creationId xmlns:p14="http://schemas.microsoft.com/office/powerpoint/2010/main" val="378278216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How Users Interact with Documentation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3561352356"/>
              </p:ext>
            </p:extLst>
          </p:nvPr>
        </p:nvGraphicFramePr>
        <p:xfrm>
          <a:off x="1143000" y="2286000"/>
          <a:ext cx="7467600" cy="350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81000" y="1752600"/>
            <a:ext cx="88208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/>
              <a:t>three broad stages through which a reader interacts with documentation :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153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How Users Interact with Documentation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219201"/>
            <a:ext cx="8328025" cy="4770438"/>
          </a:xfrm>
        </p:spPr>
        <p:txBody>
          <a:bodyPr/>
          <a:lstStyle/>
          <a:p>
            <a:r>
              <a:rPr lang="en-US" dirty="0"/>
              <a:t>principles :</a:t>
            </a:r>
          </a:p>
          <a:p>
            <a:endParaRPr lang="en-US" dirty="0"/>
          </a:p>
        </p:txBody>
      </p:sp>
      <p:sp>
        <p:nvSpPr>
          <p:cNvPr id="4" name="Hexagon 3"/>
          <p:cNvSpPr/>
          <p:nvPr/>
        </p:nvSpPr>
        <p:spPr>
          <a:xfrm>
            <a:off x="1676400" y="3962400"/>
            <a:ext cx="2057400" cy="1371600"/>
          </a:xfrm>
          <a:prstGeom prst="hexagon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Reference Help</a:t>
            </a:r>
          </a:p>
        </p:txBody>
      </p:sp>
      <p:sp>
        <p:nvSpPr>
          <p:cNvPr id="5" name="Hexagon 4"/>
          <p:cNvSpPr/>
          <p:nvPr/>
        </p:nvSpPr>
        <p:spPr>
          <a:xfrm>
            <a:off x="3429000" y="3200400"/>
            <a:ext cx="2057400" cy="1371600"/>
          </a:xfrm>
          <a:prstGeom prst="hexagon">
            <a:avLst/>
          </a:prstGeom>
          <a:solidFill>
            <a:srgbClr val="0070C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Task-Oriented Help</a:t>
            </a:r>
          </a:p>
        </p:txBody>
      </p:sp>
      <p:sp>
        <p:nvSpPr>
          <p:cNvPr id="6" name="Hexagon 5"/>
          <p:cNvSpPr/>
          <p:nvPr/>
        </p:nvSpPr>
        <p:spPr>
          <a:xfrm>
            <a:off x="5181600" y="3962400"/>
            <a:ext cx="2057400" cy="1371600"/>
          </a:xfrm>
          <a:prstGeom prst="hexagon">
            <a:avLst/>
          </a:prstGeom>
          <a:solidFill>
            <a:srgbClr val="CC330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Hints or Tips</a:t>
            </a:r>
          </a:p>
        </p:txBody>
      </p:sp>
      <p:sp>
        <p:nvSpPr>
          <p:cNvPr id="7" name="Hexagon 6"/>
          <p:cNvSpPr/>
          <p:nvPr/>
        </p:nvSpPr>
        <p:spPr>
          <a:xfrm>
            <a:off x="5181600" y="2514600"/>
            <a:ext cx="2057400" cy="1371600"/>
          </a:xfrm>
          <a:prstGeom prst="hexagon">
            <a:avLst/>
          </a:prstGeom>
          <a:solidFill>
            <a:srgbClr val="660066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Contextual Help</a:t>
            </a:r>
          </a:p>
        </p:txBody>
      </p:sp>
      <p:sp>
        <p:nvSpPr>
          <p:cNvPr id="8" name="Hexagon 7"/>
          <p:cNvSpPr/>
          <p:nvPr/>
        </p:nvSpPr>
        <p:spPr>
          <a:xfrm>
            <a:off x="3429000" y="4648200"/>
            <a:ext cx="2057400" cy="1371600"/>
          </a:xfrm>
          <a:prstGeom prst="hexagon">
            <a:avLst/>
          </a:prstGeom>
          <a:solidFill>
            <a:srgbClr val="00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Wizards</a:t>
            </a:r>
          </a:p>
        </p:txBody>
      </p:sp>
      <p:sp>
        <p:nvSpPr>
          <p:cNvPr id="9" name="Hexagon 8"/>
          <p:cNvSpPr/>
          <p:nvPr/>
        </p:nvSpPr>
        <p:spPr>
          <a:xfrm>
            <a:off x="3429000" y="1752600"/>
            <a:ext cx="2057400" cy="1371600"/>
          </a:xfrm>
          <a:prstGeom prst="hexagon">
            <a:avLst/>
          </a:prstGeom>
          <a:solidFill>
            <a:srgbClr val="C00000"/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Help Facility</a:t>
            </a:r>
          </a:p>
        </p:txBody>
      </p:sp>
      <p:sp>
        <p:nvSpPr>
          <p:cNvPr id="10" name="Hexagon 9"/>
          <p:cNvSpPr/>
          <p:nvPr/>
        </p:nvSpPr>
        <p:spPr>
          <a:xfrm>
            <a:off x="1676400" y="2514600"/>
            <a:ext cx="2057400" cy="1371600"/>
          </a:xfrm>
          <a:prstGeom prst="hexagon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Rockwell" pitchFamily="18" charset="0"/>
              </a:rPr>
              <a:t>Instructions or Prompting</a:t>
            </a:r>
          </a:p>
        </p:txBody>
      </p:sp>
    </p:spTree>
    <p:extLst>
      <p:ext uri="{BB962C8B-B14F-4D97-AF65-F5344CB8AC3E}">
        <p14:creationId xmlns:p14="http://schemas.microsoft.com/office/powerpoint/2010/main" val="38138618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Instructions or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2208213"/>
            <a:ext cx="4410075" cy="29718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placed within the body of a screen</a:t>
            </a:r>
          </a:p>
          <a:p>
            <a:r>
              <a:rPr lang="en-US" dirty="0"/>
              <a:t>Prompting is provided to assist a person in providing what is necessary to complete a screen</a:t>
            </a:r>
          </a:p>
          <a:p>
            <a:r>
              <a:rPr lang="en-US" dirty="0"/>
              <a:t>Guidelines for writing instructions and prompts are covered in Step 8.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22698" y="2208213"/>
            <a:ext cx="4343400" cy="33299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4474855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Help Facility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09601" y="1109371"/>
            <a:ext cx="8534400" cy="534222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4000" dirty="0"/>
              <a:t>Help Facility Guidelines</a:t>
            </a:r>
          </a:p>
          <a:p>
            <a:r>
              <a:rPr lang="en-US" sz="4000" dirty="0"/>
              <a:t>Kind:</a:t>
            </a:r>
          </a:p>
          <a:p>
            <a:r>
              <a:rPr lang="en-US" sz="4000" dirty="0"/>
              <a:t>Training:</a:t>
            </a:r>
          </a:p>
          <a:p>
            <a:r>
              <a:rPr lang="en-US" sz="4000" dirty="0"/>
              <a:t>Availability:</a:t>
            </a:r>
          </a:p>
          <a:p>
            <a:r>
              <a:rPr lang="en-US" sz="4000" dirty="0"/>
              <a:t>Structure:</a:t>
            </a:r>
          </a:p>
          <a:p>
            <a:r>
              <a:rPr lang="en-US" sz="4000" dirty="0"/>
              <a:t>Interaction:</a:t>
            </a:r>
          </a:p>
          <a:p>
            <a:r>
              <a:rPr lang="en-US" sz="4000" dirty="0"/>
              <a:t>Location:</a:t>
            </a:r>
          </a:p>
          <a:p>
            <a:r>
              <a:rPr lang="en-US" sz="4000" dirty="0"/>
              <a:t>Content:</a:t>
            </a:r>
          </a:p>
          <a:p>
            <a:r>
              <a:rPr lang="en-US" sz="4000" dirty="0"/>
              <a:t>Style:</a:t>
            </a:r>
          </a:p>
          <a:p>
            <a:r>
              <a:rPr lang="en-US" sz="4000" dirty="0"/>
              <a:t>Consistency:</a:t>
            </a:r>
          </a:p>
          <a:p>
            <a:r>
              <a:rPr lang="en-US" sz="4000" dirty="0"/>
              <a:t>Title:</a:t>
            </a:r>
          </a:p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81400" y="2452979"/>
            <a:ext cx="3305175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9564241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Contextual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144000" cy="552633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Provides information within the context of a task being performed</a:t>
            </a:r>
          </a:p>
          <a:p>
            <a:pPr>
              <a:buNone/>
            </a:pPr>
            <a:r>
              <a:rPr lang="en-US" sz="2400" b="1" i="1" dirty="0"/>
              <a:t>Help Command Button</a:t>
            </a:r>
          </a:p>
          <a:p>
            <a:pPr>
              <a:buNone/>
            </a:pPr>
            <a:r>
              <a:rPr lang="en-US" dirty="0"/>
              <a:t>■ Description:</a:t>
            </a:r>
          </a:p>
          <a:p>
            <a:pPr>
              <a:buNone/>
            </a:pPr>
            <a:r>
              <a:rPr lang="en-US" dirty="0"/>
              <a:t>— A command button.</a:t>
            </a:r>
          </a:p>
          <a:p>
            <a:pPr>
              <a:buNone/>
            </a:pPr>
            <a:r>
              <a:rPr lang="en-US" dirty="0"/>
              <a:t>■ Purpose:</a:t>
            </a:r>
          </a:p>
          <a:p>
            <a:pPr>
              <a:buNone/>
            </a:pPr>
            <a:r>
              <a:rPr lang="en-US" dirty="0"/>
              <a:t>— To provide an overview of, summary assistance for, or explanatory information about the purpose or contents of a window being displayed.</a:t>
            </a:r>
          </a:p>
          <a:p>
            <a:pPr>
              <a:buNone/>
            </a:pPr>
            <a:r>
              <a:rPr lang="en-US" dirty="0"/>
              <a:t>■ Design guidelines:</a:t>
            </a:r>
          </a:p>
          <a:p>
            <a:pPr>
              <a:buNone/>
            </a:pPr>
            <a:r>
              <a:rPr lang="en-US" dirty="0"/>
              <a:t>–– Present Help in a secondary window or dialog box.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62400" y="1828800"/>
            <a:ext cx="4641448" cy="14905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46065889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371600"/>
            <a:ext cx="9144000" cy="5080000"/>
          </a:xfrm>
        </p:spPr>
        <p:txBody>
          <a:bodyPr/>
          <a:lstStyle/>
          <a:p>
            <a:pPr>
              <a:buNone/>
            </a:pPr>
            <a:r>
              <a:rPr lang="en-US" sz="2400" b="1" i="1" dirty="0"/>
              <a:t>Status Bar Message</a:t>
            </a:r>
          </a:p>
          <a:p>
            <a:r>
              <a:rPr lang="en-US" dirty="0"/>
              <a:t>Description:</a:t>
            </a:r>
          </a:p>
          <a:p>
            <a:pPr lvl="1"/>
            <a:r>
              <a:rPr lang="en-US" dirty="0"/>
              <a:t>An abbreviated, context-sensitive message related to the screen item with the focus.</a:t>
            </a:r>
          </a:p>
          <a:p>
            <a:pPr lvl="1"/>
            <a:r>
              <a:rPr lang="en-US" dirty="0"/>
              <a:t>Appears in window’s status bar when the primary mouse button is pressed over an item (or keyboard focus is achieved).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To provide explanatory information about the object with the focus.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762000"/>
            <a:ext cx="4114800" cy="1738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547941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91200" y="648151"/>
            <a:ext cx="2000250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893514"/>
            <a:ext cx="9144000" cy="5283449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en-US" sz="2400" b="1" i="1" dirty="0"/>
              <a:t>ToolTip</a:t>
            </a:r>
          </a:p>
          <a:p>
            <a:r>
              <a:rPr lang="en-US" dirty="0"/>
              <a:t>Description:</a:t>
            </a:r>
          </a:p>
          <a:p>
            <a:pPr lvl="1"/>
            <a:r>
              <a:rPr lang="en-US" dirty="0"/>
              <a:t>A small pop-up window that appears adjacent to control.</a:t>
            </a:r>
          </a:p>
          <a:p>
            <a:pPr lvl="1"/>
            <a:r>
              <a:rPr lang="en-US" dirty="0"/>
              <a:t>Presented when the pointer remains over a control a short period of time.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Use to display the name of a control when the control has no text label.</a:t>
            </a:r>
          </a:p>
          <a:p>
            <a:r>
              <a:rPr lang="en-US" dirty="0"/>
              <a:t>Design guidelines:</a:t>
            </a:r>
          </a:p>
          <a:p>
            <a:pPr lvl="1"/>
            <a:r>
              <a:rPr lang="en-US" dirty="0"/>
              <a:t>Make application-specific ToolTips consistent with system-supplied ToolTips.</a:t>
            </a:r>
          </a:p>
          <a:p>
            <a:pPr lvl="1"/>
            <a:r>
              <a:rPr lang="en-US" dirty="0"/>
              <a:t>Use system color setting for ToolTips above to distinguish them.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Contextual Help</a:t>
            </a:r>
          </a:p>
        </p:txBody>
      </p:sp>
    </p:spTree>
    <p:extLst>
      <p:ext uri="{BB962C8B-B14F-4D97-AF65-F5344CB8AC3E}">
        <p14:creationId xmlns:p14="http://schemas.microsoft.com/office/powerpoint/2010/main" val="217899635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Contextual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1" y="990600"/>
            <a:ext cx="9067800" cy="53340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b="1" i="1" dirty="0"/>
              <a:t>What’s This? Command</a:t>
            </a:r>
          </a:p>
          <a:p>
            <a:r>
              <a:rPr lang="en-US" dirty="0"/>
              <a:t>Description:</a:t>
            </a:r>
          </a:p>
          <a:p>
            <a:pPr lvl="1"/>
            <a:r>
              <a:rPr lang="en-US" dirty="0"/>
              <a:t>A command located on the Help drop-down menu on a primary window.</a:t>
            </a:r>
          </a:p>
          <a:p>
            <a:pPr lvl="1"/>
            <a:r>
              <a:rPr lang="en-US" dirty="0"/>
              <a:t>A button on the title bar of a secondary window.</a:t>
            </a:r>
          </a:p>
          <a:p>
            <a:pPr lvl="1"/>
            <a:r>
              <a:rPr lang="en-US" dirty="0"/>
              <a:t>A command on a pop-up menu for a specific object.</a:t>
            </a:r>
          </a:p>
          <a:p>
            <a:pPr lvl="1"/>
            <a:r>
              <a:rPr lang="en-US" dirty="0"/>
              <a:t>A button on a toolbar.</a:t>
            </a:r>
          </a:p>
          <a:p>
            <a:r>
              <a:rPr lang="en-US" dirty="0"/>
              <a:t>Purpose:</a:t>
            </a:r>
          </a:p>
          <a:p>
            <a:pPr lvl="1"/>
            <a:r>
              <a:rPr lang="en-US" dirty="0"/>
              <a:t>Use to provide contextual information about any screen object.</a:t>
            </a:r>
          </a:p>
          <a:p>
            <a:r>
              <a:rPr lang="en-US" dirty="0"/>
              <a:t>Design guidelines:</a:t>
            </a:r>
          </a:p>
          <a:p>
            <a:pPr lvl="1"/>
            <a:r>
              <a:rPr lang="en-US" dirty="0"/>
              <a:t>Phrase to answer the question “What is this?”</a:t>
            </a:r>
          </a:p>
          <a:p>
            <a:pPr lvl="1"/>
            <a:r>
              <a:rPr lang="en-US" dirty="0"/>
              <a:t>Indicate the action associated with the item.</a:t>
            </a:r>
          </a:p>
          <a:p>
            <a:pPr lvl="1"/>
            <a:r>
              <a:rPr lang="en-US" dirty="0"/>
              <a:t>Begin the description with a verb.</a:t>
            </a:r>
          </a:p>
        </p:txBody>
      </p:sp>
    </p:spTree>
    <p:extLst>
      <p:ext uri="{BB962C8B-B14F-4D97-AF65-F5344CB8AC3E}">
        <p14:creationId xmlns:p14="http://schemas.microsoft.com/office/powerpoint/2010/main" val="424496572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Task-Oriented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1"/>
            <a:ext cx="9144000" cy="5500688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Description</a:t>
            </a:r>
            <a:r>
              <a:rPr lang="en-US" dirty="0"/>
              <a:t>:</a:t>
            </a:r>
          </a:p>
          <a:p>
            <a:r>
              <a:rPr lang="en-US" dirty="0"/>
              <a:t>A primary window typically accessed through the Help Topics browser.</a:t>
            </a:r>
          </a:p>
          <a:p>
            <a:r>
              <a:rPr lang="en-US" dirty="0"/>
              <a:t>Includes a set of command buttons at the top; Purpose:</a:t>
            </a:r>
          </a:p>
          <a:p>
            <a:r>
              <a:rPr lang="en-US" dirty="0"/>
              <a:t>To describe the procedural steps for carrying out a task.</a:t>
            </a:r>
          </a:p>
          <a:p>
            <a:r>
              <a:rPr lang="en-US" dirty="0"/>
              <a:t>Focuses on how to do something.</a:t>
            </a:r>
          </a:p>
          <a:p>
            <a:pPr>
              <a:buNone/>
            </a:pPr>
            <a:r>
              <a:rPr lang="en-US" b="1" dirty="0"/>
              <a:t>Design guidelines</a:t>
            </a:r>
            <a:r>
              <a:rPr lang="en-US" dirty="0"/>
              <a:t>:</a:t>
            </a:r>
          </a:p>
          <a:p>
            <a:r>
              <a:rPr lang="en-US" dirty="0"/>
              <a:t>Provide one procedure to complete a task, the simplest and most common.</a:t>
            </a:r>
          </a:p>
          <a:p>
            <a:r>
              <a:rPr lang="en-US" dirty="0"/>
              <a:t>Provide an explanation of the task’s goals and organizational structure at the start.</a:t>
            </a:r>
          </a:p>
          <a:p>
            <a:r>
              <a:rPr lang="en-US" dirty="0"/>
              <a:t>Divide procedural instructions into small steps.</a:t>
            </a:r>
          </a:p>
          <a:p>
            <a:r>
              <a:rPr lang="en-US" dirty="0"/>
              <a:t>Present each step in the order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361147903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Reference Help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200" y="893514"/>
            <a:ext cx="9067800" cy="5597774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/>
              <a:t>Description</a:t>
            </a:r>
            <a:r>
              <a:rPr lang="en-US" dirty="0"/>
              <a:t>:</a:t>
            </a:r>
          </a:p>
          <a:p>
            <a:r>
              <a:rPr lang="en-US" dirty="0"/>
              <a:t>An online reference book.</a:t>
            </a:r>
          </a:p>
          <a:p>
            <a:r>
              <a:rPr lang="en-US" dirty="0"/>
              <a:t>Typically accessed through a</a:t>
            </a:r>
          </a:p>
          <a:p>
            <a:pPr lvl="1"/>
            <a:r>
              <a:rPr lang="en-US" dirty="0"/>
              <a:t>Command in a Help drop-down menu.</a:t>
            </a:r>
          </a:p>
          <a:p>
            <a:pPr lvl="1"/>
            <a:r>
              <a:rPr lang="en-US" dirty="0"/>
              <a:t>Toolbar button.</a:t>
            </a:r>
          </a:p>
          <a:p>
            <a:pPr>
              <a:buNone/>
            </a:pPr>
            <a:r>
              <a:rPr lang="en-US" b="1" dirty="0"/>
              <a:t>Purpose:</a:t>
            </a:r>
          </a:p>
          <a:p>
            <a:r>
              <a:rPr lang="en-US" dirty="0"/>
              <a:t>To present reference Help information, either</a:t>
            </a:r>
          </a:p>
          <a:p>
            <a:pPr>
              <a:buNone/>
            </a:pPr>
            <a:r>
              <a:rPr lang="en-US" b="1" dirty="0"/>
              <a:t>Design guidelines</a:t>
            </a:r>
            <a:r>
              <a:rPr lang="en-US" dirty="0"/>
              <a:t>:</a:t>
            </a:r>
          </a:p>
          <a:p>
            <a:r>
              <a:rPr lang="en-US" dirty="0"/>
              <a:t>Provide a consistent presentation style, following all previously presented guidelines.</a:t>
            </a:r>
          </a:p>
          <a:p>
            <a:r>
              <a:rPr lang="en-US" dirty="0"/>
              <a:t>Include a combination of contextual Help, and task-oriented Help, as necessary.</a:t>
            </a:r>
          </a:p>
          <a:p>
            <a:r>
              <a:rPr lang="en-US" dirty="0"/>
              <a:t>Include text, graphics, animation, video, and audio effects, </a:t>
            </a:r>
          </a:p>
        </p:txBody>
      </p:sp>
    </p:spTree>
    <p:extLst>
      <p:ext uri="{BB962C8B-B14F-4D97-AF65-F5344CB8AC3E}">
        <p14:creationId xmlns:p14="http://schemas.microsoft.com/office/powerpoint/2010/main" val="197211680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Wizards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52400" y="893514"/>
            <a:ext cx="8991600" cy="5431086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Description:</a:t>
            </a:r>
          </a:p>
          <a:p>
            <a:r>
              <a:rPr lang="en-US" dirty="0"/>
              <a:t>A series of presentation pages displayed in a secondary window. — Include : Controls to collect input, Navigation command buttons.</a:t>
            </a:r>
          </a:p>
          <a:p>
            <a:r>
              <a:rPr lang="en-US" dirty="0"/>
              <a:t>Typically accessed through</a:t>
            </a:r>
          </a:p>
          <a:p>
            <a:pPr>
              <a:buNone/>
            </a:pPr>
            <a:r>
              <a:rPr lang="en-US" b="1" dirty="0"/>
              <a:t>Purpose</a:t>
            </a:r>
            <a:r>
              <a:rPr lang="en-US" dirty="0"/>
              <a:t>:</a:t>
            </a:r>
          </a:p>
          <a:p>
            <a:r>
              <a:rPr lang="en-US" dirty="0"/>
              <a:t>To perform a complex series of steps.</a:t>
            </a:r>
          </a:p>
          <a:p>
            <a:r>
              <a:rPr lang="en-US" dirty="0"/>
              <a:t>To perform a task that requires making several critical decisions.</a:t>
            </a:r>
          </a:p>
          <a:p>
            <a:r>
              <a:rPr lang="en-US" dirty="0"/>
              <a:t>To enter critical data and for use when the cost of errors is high.</a:t>
            </a:r>
          </a:p>
          <a:p>
            <a:r>
              <a:rPr lang="en-US" dirty="0"/>
              <a:t>To perform an infrequently accomplished task.</a:t>
            </a:r>
          </a:p>
        </p:txBody>
      </p:sp>
    </p:spTree>
    <p:extLst>
      <p:ext uri="{BB962C8B-B14F-4D97-AF65-F5344CB8AC3E}">
        <p14:creationId xmlns:p14="http://schemas.microsoft.com/office/powerpoint/2010/main" val="2357393361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Hints or Tips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990600"/>
            <a:ext cx="9144000" cy="5257800"/>
          </a:xfrm>
        </p:spPr>
        <p:txBody>
          <a:bodyPr/>
          <a:lstStyle/>
          <a:p>
            <a:pPr>
              <a:buNone/>
            </a:pPr>
            <a:r>
              <a:rPr lang="en-US" sz="1800" b="1" dirty="0"/>
              <a:t>Description</a:t>
            </a:r>
            <a:r>
              <a:rPr lang="en-US" sz="1800" dirty="0"/>
              <a:t>:</a:t>
            </a:r>
          </a:p>
          <a:p>
            <a:r>
              <a:rPr lang="en-US" sz="1800" dirty="0"/>
              <a:t>A command button labeled Hints or Tips.</a:t>
            </a:r>
          </a:p>
          <a:p>
            <a:pPr>
              <a:buNone/>
            </a:pPr>
            <a:r>
              <a:rPr lang="en-US" sz="1800" b="1" dirty="0"/>
              <a:t>Purpose</a:t>
            </a:r>
            <a:r>
              <a:rPr lang="en-US" sz="1800" dirty="0"/>
              <a:t>:</a:t>
            </a:r>
          </a:p>
          <a:p>
            <a:r>
              <a:rPr lang="en-US" sz="1800" dirty="0"/>
              <a:t>To provide a few important contextual, but specific, items of information related to a displayed screen</a:t>
            </a:r>
          </a:p>
          <a:p>
            <a:pPr>
              <a:buNone/>
            </a:pPr>
            <a:r>
              <a:rPr lang="en-US" sz="1800" b="1" dirty="0"/>
              <a:t>Design guidelines</a:t>
            </a:r>
            <a:r>
              <a:rPr lang="en-US" sz="1800" dirty="0"/>
              <a:t>:</a:t>
            </a:r>
          </a:p>
          <a:p>
            <a:r>
              <a:rPr lang="en-US" sz="1800" dirty="0"/>
              <a:t>Provide guidance on only two or three important points.</a:t>
            </a:r>
          </a:p>
          <a:p>
            <a:r>
              <a:rPr lang="en-US" sz="1800" dirty="0"/>
              <a:t>Locate the button near where its guidance applies.</a:t>
            </a:r>
          </a:p>
          <a:p>
            <a:r>
              <a:rPr lang="en-US" sz="1800" dirty="0"/>
              <a:t>Write concisely and to the point</a:t>
            </a:r>
          </a:p>
        </p:txBody>
      </p:sp>
    </p:spTree>
    <p:extLst>
      <p:ext uri="{BB962C8B-B14F-4D97-AF65-F5344CB8AC3E}">
        <p14:creationId xmlns:p14="http://schemas.microsoft.com/office/powerpoint/2010/main" val="335206450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 bwMode="auto">
          <a:xfrm>
            <a:off x="457200" y="1339850"/>
            <a:ext cx="3584575" cy="247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029200" y="1331935"/>
            <a:ext cx="3505200" cy="2524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61752" y="3937948"/>
            <a:ext cx="3510248" cy="2521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25992" y="3937948"/>
            <a:ext cx="3505200" cy="2456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96024289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82FA0C2-9D85-4945-9533-83BF2665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133600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studi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Guidances</a:t>
            </a:r>
            <a:r>
              <a:rPr lang="en-US" dirty="0"/>
              <a:t> &amp; Assistance</a:t>
            </a:r>
          </a:p>
        </p:txBody>
      </p:sp>
    </p:spTree>
    <p:extLst>
      <p:ext uri="{BB962C8B-B14F-4D97-AF65-F5344CB8AC3E}">
        <p14:creationId xmlns:p14="http://schemas.microsoft.com/office/powerpoint/2010/main" val="9433503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16688" y="1316400"/>
            <a:ext cx="2888512" cy="49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638800" y="1315151"/>
            <a:ext cx="2894787" cy="493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819400" y="4572000"/>
            <a:ext cx="1143000" cy="95410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400" dirty="0"/>
              <a:t>Eror karena kesalahan pengguna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4572000"/>
            <a:ext cx="1143000" cy="116955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400" dirty="0"/>
              <a:t>Hasil operasi tidak memenuhi ekspektasi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B859A-C614-C32A-9ED1-C4031A8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899188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Activity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r>
              <a:rPr lang="en-ID" dirty="0"/>
              <a:t>Review carefully you project,</a:t>
            </a:r>
          </a:p>
          <a:p>
            <a:r>
              <a:rPr lang="en-ID" dirty="0"/>
              <a:t>Is there any feedback, guidance and assistance?</a:t>
            </a:r>
          </a:p>
        </p:txBody>
      </p:sp>
    </p:spTree>
    <p:extLst>
      <p:ext uri="{BB962C8B-B14F-4D97-AF65-F5344CB8AC3E}">
        <p14:creationId xmlns:p14="http://schemas.microsoft.com/office/powerpoint/2010/main" val="72157600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533400"/>
            <a:ext cx="5721930" cy="773590"/>
          </a:xfrm>
        </p:spPr>
        <p:txBody>
          <a:bodyPr>
            <a:normAutofit fontScale="90000"/>
          </a:bodyPr>
          <a:lstStyle/>
          <a:p>
            <a:r>
              <a:rPr lang="en-ID" dirty="0"/>
              <a:t>Project Progress Presentation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9144000" cy="4351338"/>
          </a:xfrm>
        </p:spPr>
        <p:txBody>
          <a:bodyPr/>
          <a:lstStyle/>
          <a:p>
            <a:r>
              <a:rPr lang="en-ID" dirty="0"/>
              <a:t>Prepare Your Paper prototype </a:t>
            </a:r>
          </a:p>
          <a:p>
            <a:r>
              <a:rPr lang="en-ID" dirty="0"/>
              <a:t>Prepare Your storyboard</a:t>
            </a:r>
          </a:p>
          <a:p>
            <a:r>
              <a:rPr lang="en-ID" dirty="0"/>
              <a:t>Prepare You Report</a:t>
            </a:r>
          </a:p>
          <a:p>
            <a:r>
              <a:rPr lang="en-ID" dirty="0"/>
              <a:t>See U in Presentation </a:t>
            </a:r>
            <a:r>
              <a:rPr lang="en-ID" dirty="0">
                <a:sym typeface="Wingdings" panose="05000000000000000000" pitchFamily="2" charset="2"/>
              </a:rPr>
              <a:t></a:t>
            </a:r>
          </a:p>
          <a:p>
            <a:pPr marL="0" indent="0">
              <a:buNone/>
            </a:pPr>
            <a:endParaRPr lang="en-ID" dirty="0"/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383704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7f23e843a34c052de7c7f7ffe8ac55c9619b6f"/>
</p:tagLst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f theme" id="{F87EA711-521A-4946-B019-DC3D372964CE}" vid="{B3398939-BCCF-43BB-B8C5-63A70CAAD6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EAFF4A131874088A6625F3ADD53C4" ma:contentTypeVersion="0" ma:contentTypeDescription="Create a new document." ma:contentTypeScope="" ma:versionID="780deb29eeb7a5b1c709d6584340df7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3CFA6ED-826E-4880-BBAD-1E45F143D276}">
  <ds:schemaRefs>
    <ds:schemaRef ds:uri="http://schemas.microsoft.com/office/2006/metadata/properties"/>
    <ds:schemaRef ds:uri="http://schemas.microsoft.com/office/infopath/2007/PartnerControls"/>
    <ds:schemaRef ds:uri="da944019-e0c0-4cbe-b9e1-79848028e4af"/>
    <ds:schemaRef ds:uri="4a4cec7d-c36e-444e-b338-a48af7a4be82"/>
  </ds:schemaRefs>
</ds:datastoreItem>
</file>

<file path=customXml/itemProps2.xml><?xml version="1.0" encoding="utf-8"?>
<ds:datastoreItem xmlns:ds="http://schemas.openxmlformats.org/officeDocument/2006/customXml" ds:itemID="{F76CA765-821E-47D1-AAE0-5CD28952A0F7}"/>
</file>

<file path=customXml/itemProps3.xml><?xml version="1.0" encoding="utf-8"?>
<ds:datastoreItem xmlns:ds="http://schemas.openxmlformats.org/officeDocument/2006/customXml" ds:itemID="{79FEC9AE-8C5D-438C-98E9-385371608E0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Fif theme</Template>
  <TotalTime>5100</TotalTime>
  <Words>3870</Words>
  <Application>Microsoft Office PowerPoint</Application>
  <PresentationFormat>On-screen Show (4:3)</PresentationFormat>
  <Paragraphs>637</Paragraphs>
  <Slides>84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93" baseType="lpstr">
      <vt:lpstr>Arial</vt:lpstr>
      <vt:lpstr>Barlow</vt:lpstr>
      <vt:lpstr>Calibri</vt:lpstr>
      <vt:lpstr>Carlito</vt:lpstr>
      <vt:lpstr>Fjalla One</vt:lpstr>
      <vt:lpstr>Rockwell</vt:lpstr>
      <vt:lpstr>Verdana</vt:lpstr>
      <vt:lpstr>Wingdings</vt:lpstr>
      <vt:lpstr>Fif theme</vt:lpstr>
      <vt:lpstr>Interaksi Manusia dan Komputer (IMK)</vt:lpstr>
      <vt:lpstr>Interaksi Manusia dan Komputer (IMK)</vt:lpstr>
      <vt:lpstr>Tujuan</vt:lpstr>
      <vt:lpstr>Outline (Step 8)</vt:lpstr>
      <vt:lpstr>Outline (Step 8)</vt:lpstr>
      <vt:lpstr>Outline (Step 9)</vt:lpstr>
      <vt:lpstr>Panduan dalam penulisan teks dan pesan</vt:lpstr>
      <vt:lpstr>Readability</vt:lpstr>
      <vt:lpstr>Factors Influence Readability</vt:lpstr>
      <vt:lpstr>Readability Guidelines</vt:lpstr>
      <vt:lpstr>Choosing The Proper Words</vt:lpstr>
      <vt:lpstr>Some Words to Forget</vt:lpstr>
      <vt:lpstr>Writing Sentences &amp; Messages</vt:lpstr>
      <vt:lpstr>Writing Sentences &amp; Messages</vt:lpstr>
      <vt:lpstr>Kinds of Messages</vt:lpstr>
      <vt:lpstr>System Messages Types</vt:lpstr>
      <vt:lpstr>System Messages Example</vt:lpstr>
      <vt:lpstr>Writing Message Box Text</vt:lpstr>
      <vt:lpstr>Writing Message Box Text</vt:lpstr>
      <vt:lpstr>Message Box Controls</vt:lpstr>
      <vt:lpstr>Message Box Controls (cont'd)</vt:lpstr>
      <vt:lpstr>Message Box Controls (cont'd)</vt:lpstr>
      <vt:lpstr>Message Location</vt:lpstr>
      <vt:lpstr>Instructional Messages</vt:lpstr>
      <vt:lpstr>Presenting Text</vt:lpstr>
      <vt:lpstr>Presenting Text (Cont'd)</vt:lpstr>
      <vt:lpstr>Presenting Text (Cont'd)</vt:lpstr>
      <vt:lpstr>Writing Text</vt:lpstr>
      <vt:lpstr>Window title, Conventions, &amp; Sequence Control Guidance</vt:lpstr>
      <vt:lpstr>Window title, Conventions, &amp; Sequence Control Guidance</vt:lpstr>
      <vt:lpstr>Window title, Conventions, &amp; Sequence Control Guidance</vt:lpstr>
      <vt:lpstr>Presenting &amp; Writing Page Text</vt:lpstr>
      <vt:lpstr>Words &amp; Presentation of Page Text</vt:lpstr>
      <vt:lpstr>Writing Page Text</vt:lpstr>
      <vt:lpstr>Writing Page Text</vt:lpstr>
      <vt:lpstr>Writing Link Labels</vt:lpstr>
      <vt:lpstr>Link Titles</vt:lpstr>
      <vt:lpstr>Page Title</vt:lpstr>
      <vt:lpstr>Headings and Headlines</vt:lpstr>
      <vt:lpstr>Instructions</vt:lpstr>
      <vt:lpstr>Error Messages</vt:lpstr>
      <vt:lpstr>Contoh kasus penulisan teks</vt:lpstr>
      <vt:lpstr>Instructional Messages</vt:lpstr>
      <vt:lpstr>System Messages Example</vt:lpstr>
      <vt:lpstr>Error Messages</vt:lpstr>
      <vt:lpstr>Activities</vt:lpstr>
      <vt:lpstr>Interaksi Manusia dan Komputer (IMK)</vt:lpstr>
      <vt:lpstr>Tujuan</vt:lpstr>
      <vt:lpstr>Provide Effective Feedback</vt:lpstr>
      <vt:lpstr>Response times</vt:lpstr>
      <vt:lpstr>Web Page Download Times</vt:lpstr>
      <vt:lpstr>Fun Fact</vt:lpstr>
      <vt:lpstr>Tools for  Measurement</vt:lpstr>
      <vt:lpstr>Web Page Download Times</vt:lpstr>
      <vt:lpstr>Dealing with Time Delays</vt:lpstr>
      <vt:lpstr>Dealing with Time Delays</vt:lpstr>
      <vt:lpstr>Dealing with Time Delays</vt:lpstr>
      <vt:lpstr>Blinking for Attention</vt:lpstr>
      <vt:lpstr>Use of Sound</vt:lpstr>
      <vt:lpstr>Contoh studi kasus feedback</vt:lpstr>
      <vt:lpstr>PowerPoint Presentation</vt:lpstr>
      <vt:lpstr>Guidance and Assistance</vt:lpstr>
      <vt:lpstr>Guidance and Assistance</vt:lpstr>
      <vt:lpstr>PowerPoint Presentation</vt:lpstr>
      <vt:lpstr>Problem Management</vt:lpstr>
      <vt:lpstr>Providing Guidance and Assistance</vt:lpstr>
      <vt:lpstr>Problems with Documentation</vt:lpstr>
      <vt:lpstr>How Users Interact with Documentation</vt:lpstr>
      <vt:lpstr>How Users Interact with Documentation</vt:lpstr>
      <vt:lpstr>Instructions or Prompting</vt:lpstr>
      <vt:lpstr>Help Facility</vt:lpstr>
      <vt:lpstr>Contextual Help</vt:lpstr>
      <vt:lpstr>Contextual Help</vt:lpstr>
      <vt:lpstr>Contextual Help</vt:lpstr>
      <vt:lpstr>Contextual Help</vt:lpstr>
      <vt:lpstr>Task-Oriented Help</vt:lpstr>
      <vt:lpstr>Reference Help</vt:lpstr>
      <vt:lpstr>Wizards</vt:lpstr>
      <vt:lpstr>Hints or Tips</vt:lpstr>
      <vt:lpstr>PowerPoint Presentation</vt:lpstr>
      <vt:lpstr>Contoh studi kasus Guidances &amp; Assistance</vt:lpstr>
      <vt:lpstr>PowerPoint Presentation</vt:lpstr>
      <vt:lpstr>Activity</vt:lpstr>
      <vt:lpstr>Project Progress Presentation 1</vt:lpstr>
    </vt:vector>
  </TitlesOfParts>
  <Company>PPM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Step - 7</dc:title>
  <dc:creator>Guntur</dc:creator>
  <cp:lastModifiedBy>GEDE AGUNG ARY WISUDIAWAN</cp:lastModifiedBy>
  <cp:revision>92</cp:revision>
  <dcterms:created xsi:type="dcterms:W3CDTF">2009-10-12T04:18:27Z</dcterms:created>
  <dcterms:modified xsi:type="dcterms:W3CDTF">2026-02-02T04:52:30Z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0x010100283EAFF4A131874088A6625F3ADD53C4</vt:lpwstr>
  </property>
  <property fmtid="{D5CDD505-2E9C-101B-9397-08002B2CF9AE}" pid="3" name="MediaServiceImageTags">
    <vt:lpwstr/>
  </property>
</Properties>
</file>